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Chakra Petch"/>
      <p:regular r:id="rId20"/>
      <p:bold r:id="rId21"/>
      <p:italic r:id="rId22"/>
      <p:boldItalic r:id="rId23"/>
    </p:embeddedFont>
    <p:embeddedFont>
      <p:font typeface="Chakra Petch SemiBold"/>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ChakraPetch-regular.fntdata"/><Relationship Id="rId22" Type="http://schemas.openxmlformats.org/officeDocument/2006/relationships/font" Target="fonts/ChakraPetch-italic.fntdata"/><Relationship Id="rId21" Type="http://schemas.openxmlformats.org/officeDocument/2006/relationships/font" Target="fonts/ChakraPetch-bold.fntdata"/><Relationship Id="rId24" Type="http://schemas.openxmlformats.org/officeDocument/2006/relationships/font" Target="fonts/ChakraPetchSemiBold-regular.fntdata"/><Relationship Id="rId23" Type="http://schemas.openxmlformats.org/officeDocument/2006/relationships/font" Target="fonts/ChakraPetch-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ChakraPetchSemiBold-italic.fntdata"/><Relationship Id="rId25" Type="http://schemas.openxmlformats.org/officeDocument/2006/relationships/font" Target="fonts/ChakraPetchSemiBold-bold.fntdata"/><Relationship Id="rId27" Type="http://schemas.openxmlformats.org/officeDocument/2006/relationships/font" Target="fonts/ChakraPetchSemiBold-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bb086d3c76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 name="Google Shape;66;g3bb086d3c76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Thank you and Good Afternoon</a:t>
            </a:r>
            <a:endParaRPr/>
          </a:p>
        </p:txBody>
      </p:sp>
      <p:sp>
        <p:nvSpPr>
          <p:cNvPr id="67" name="Google Shape;67;g3bb086d3c76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bbb7d0ab1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 name="Google Shape;76;g3bbb7d0ab1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I want to start sharing 2 quotes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The First one: “Today, without players who dribble, nothing can be done. Attacking a team that is stuck in its own goal, without players who dribble, who do not get you superiority with moves into spaces, is impossible.”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And the second</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“If I play with one or two touches within a second or two to you, you know exactly what will happen. It's communication. It's talking. If a player runs and dribbles with the ball all the time, no one knows what will happen.”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Two quotes that show very different views on dribbling.</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The first is from perhaps the greatest manager of all time, Pep Guardiola. The message is clear: It’s impossible to win without dribblers.</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bbb7d0ab1b_0_9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 name="Google Shape;92;g3bbb7d0ab1b_0_9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The second is from Jon Dahl Tomasson, the previous manager of Sweden. He seems to view dribbling as this disruptive noise in the clear communication of the passing game, unable to be understood and acted upon by teammates.</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bbb7d0ab1b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g3bbb7d0ab1b_0_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There’s this thought that dribbling is an individual action. The outcome is determined solely based on the skill of the attacker vs the skill of the defender. But dribbling exists within a dynamic ecosystem where space and opportunity change as players move. So is dribbling just noise as Tomasson thinks or are players and coaches just not listening for the voices within?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With this research, I sought to find the voices in the so-called disruptive noise of dribbling and explore connections between off-ball runs and dribbling success.</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bbb7d0ab1b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g3bbb7d0ab1b_0_1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To explore this, I wanted to look at the connections from two different perspectives.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How do individual off-ball runs impact dribble success, and </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How are dribbles impacted by the collective off-ball movement of teammates?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Success was measured in two ways: </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did the dribbler retain possession of ball, and </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did the dribbler progress the ball following the dribble</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bbb7d0ab1b_0_9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g3bbb7d0ab1b_0_9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I looked at the dribble events from the provided Wyscout data, which included ball retention and progression metrics, which were coded as True/False.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I used timestamps to extract data from Skillcorner of all off-ball runs that coincided with dribbles. I excluded dribbles and runs in the direct, set piece, and disruption possession phases. Analysis focused on build up, create, finish, quick break, transition, and chaotic phases.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I then used Generalized Linear Mixed Models to test for the effects of possession phase, run type, vertical channel of the run, and channel difference of the dribble and run, or how many channels apart they were. </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bbb7d0ab1b_0_2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g3bbb7d0ab1b_0_2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Results from Question 1 showed that possession phase and run type had a significant effect on both ball retention and progression, run channel had a significant effect on ball retention, and channel difference had a significant effect on progression. Success rates varied among these factors.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The graph shows the effects of run type of dribble success. Ball retention results are in green, and ball progression is black. Tukey Kramer pairwise comparison results are at the top of the graph. The graph clearly shows the difference in success based on off ball movement.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I don’t have time to share all of the results from this analysis, but I wanted to provide a couple other results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For example, the odds of retaining the ball were 2.8 times greater with a cross receiver run than with a pulling half space run, and runs in the same or adjacent channel to the dribble led to significantly lower odds of progression than runs 2 to 3 channels away.</a:t>
            </a:r>
            <a:endParaRPr>
              <a:solidFill>
                <a:schemeClr val="dk1"/>
              </a:solidFill>
            </a:endParaRPr>
          </a:p>
        </p:txBody>
      </p:sp>
      <p:sp>
        <p:nvSpPr>
          <p:cNvPr id="160" name="Google Shape;160;g3bbb7d0ab1b_0_2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c21e7c1845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g3c21e7c1845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Results from Question 1 showed that possession phase and run type had a significant effect on both ball retention and progression, run channel had a significant effect on ball retention, and channel difference had a significant effect on progression. Success rates varied among these factors.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The graph shows the effects of run type of dribble success. Ball retention results are in green, and ball progression is black. Tukey Kramer pairwise comparison results are at the top of the graph. The graph clearly shows the difference in success based on off ball movement.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I don’t have time to share all of the results from this analysis, but I wanted to provide a couple other results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For example, the odds of retaining the ball were 2.8 times greater with a cross receiver run than with a pulling half space run, and runs in the same or adjacent channel to the dribble led to significantly lower odds of progression than runs 2 to 3 channels away.</a:t>
            </a:r>
            <a:endParaRPr>
              <a:solidFill>
                <a:schemeClr val="dk1"/>
              </a:solidFill>
            </a:endParaRPr>
          </a:p>
        </p:txBody>
      </p:sp>
      <p:sp>
        <p:nvSpPr>
          <p:cNvPr id="170" name="Google Shape;170;g3c21e7c1845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bbb7d0ab1b_0_1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g3bbb7d0ab1b_0_11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The second question used the same data. I conducted two separate analyses to evaluate the effects of team movement on dribbling outcomes. First, I simply looked at the effect of the number of runs on dribbling success using a GLMM. For my second analysis, I first used k means clustering to group dribble events based on the number of each type of run that occurred at the time of the dribble. I then used GLMM to test for differences in ball retention and progression among the identified team movement patterns.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bbb7d0ab1b_0_3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g3bbb7d0ab1b_0_3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The first part of question 2 was testing if the number of runs affects dribble success rate, and as you can see from the graph, it does. Each concurrent run, up to 4, significantly increased success rate for both retention and progression compared to any amount of fewer runs. This data clearly shows that runs matter. Just one run increased success in both metrics by around 10% and 4 concurrent runs increased success by around 25% compared to no runs.</a:t>
            </a:r>
            <a:endParaRPr/>
          </a:p>
        </p:txBody>
      </p:sp>
      <p:sp>
        <p:nvSpPr>
          <p:cNvPr id="216" name="Google Shape;216;g3bbb7d0ab1b_0_30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bbb7d0ab1b_0_3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g3bbb7d0ab1b_0_38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In conclusion, dribbling outcomes are not solely determined by individual skill, but also by off-ball runs and team movement. All players can be active participants during a teammate’s dribble.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Team movement patterns can be described, characterized, and analyzed. 8 different patterns with sufficient sample size were found, which can be used to assess individual and team interactions.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And because dribbling is affected by team movement, and that team movement can be described and characterized, off-ball and team movement can be taught and implemented in a way to improve the success of dribbling</a:t>
            </a:r>
            <a:endParaRPr>
              <a:solidFill>
                <a:schemeClr val="dk1"/>
              </a:solidFill>
            </a:endParaRPr>
          </a:p>
        </p:txBody>
      </p:sp>
      <p:sp>
        <p:nvSpPr>
          <p:cNvPr id="226" name="Google Shape;226;g3bbb7d0ab1b_0_38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bbb7d0ab1b_0_4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 name="Google Shape;235;g3bbb7d0ab1b_0_4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In conclusion, dribbling outcomes are not solely determined by individual skill, but also by off-ball runs and team movement. All players can be active participants during a teammate’s dribble.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Team movement patterns can be described, characterized, and analyzed. 8 different patterns with sufficient sample size were found, which can be used to assess individual and team interactions.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And because dribbling is affected by team movement, and that team movement can be described and characterized, off-ball and team movement can be taught and implemented in a way to improve the success of dribbling</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bbb7d0ab1b_0_5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1" name="Google Shape;261;g3bbb7d0ab1b_0_5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There were a few limitations of this research. Interactions between factors were not analyzed due to low sample sizes. This led to situational context such as dribble location and possession phase not being considered. In addition, there are other variables that likely would’ve been significant to success rate that were not considered.</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So how can this research be furthered? Additional models can be built that account for more factors and interactions between factors. Other types of data can be used as well. For example, tracking data could be used to find the space or angles that an off-ball run creates for the dribbler. In addition, dribbles should be categorized into different situations. Not all dribbles are about attacking a defender. Many are just about escaping pressure and keeping the ball.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And lastly, and most importantly, one the analyses are refined, the findings can be incorporated into trainings and tactics. The results should be applied. And this can be as simple as telling your players that when they see a teammate wanting to dribble, they should make a run to try to pull a defender</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bdf874af0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g3bdf874af0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rPr lang="en"/>
              <a:t>Dribbling is not just disruptive noise. It can be communication. Players just need to be taught how to listen for the voices.</a:t>
            </a:r>
            <a:endParaRPr/>
          </a:p>
          <a:p>
            <a:pPr indent="0" lvl="0" marL="0" rtl="0" algn="l">
              <a:lnSpc>
                <a:spcPct val="100000"/>
              </a:lnSpc>
              <a:spcBef>
                <a:spcPts val="0"/>
              </a:spcBef>
              <a:spcAft>
                <a:spcPts val="0"/>
              </a:spcAft>
              <a:buClr>
                <a:schemeClr val="dk1"/>
              </a:buClr>
              <a:buSzPts val="14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THANK YOU ANy Quweasrtion</a:t>
            </a:r>
            <a:endParaRPr/>
          </a:p>
        </p:txBody>
      </p:sp>
      <p:sp>
        <p:nvSpPr>
          <p:cNvPr id="275" name="Google Shape;275;g3bdf874af06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1_Two Content">
    <p:bg>
      <p:bgPr>
        <a:solidFill>
          <a:srgbClr val="001400"/>
        </a:solidFill>
      </p:bgPr>
    </p:bg>
    <p:spTree>
      <p:nvGrpSpPr>
        <p:cNvPr id="9" name="Shape 9"/>
        <p:cNvGrpSpPr/>
        <p:nvPr/>
      </p:nvGrpSpPr>
      <p:grpSpPr>
        <a:xfrm>
          <a:off x="0" y="0"/>
          <a:ext cx="0" cy="0"/>
          <a:chOff x="0" y="0"/>
          <a:chExt cx="0" cy="0"/>
        </a:xfrm>
      </p:grpSpPr>
      <p:sp>
        <p:nvSpPr>
          <p:cNvPr id="10" name="Google Shape;10;p2"/>
          <p:cNvSpPr/>
          <p:nvPr>
            <p:ph idx="2" type="pic"/>
          </p:nvPr>
        </p:nvSpPr>
        <p:spPr>
          <a:xfrm>
            <a:off x="1" y="0"/>
            <a:ext cx="9144000" cy="5143500"/>
          </a:xfrm>
          <a:prstGeom prst="rect">
            <a:avLst/>
          </a:prstGeom>
          <a:solidFill>
            <a:srgbClr val="7F7F7F"/>
          </a:solid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Title Slide">
  <p:cSld name="21_Title Slide">
    <p:bg>
      <p:bgPr>
        <a:solidFill>
          <a:srgbClr val="F4F4F4"/>
        </a:solidFill>
      </p:bgPr>
    </p:bg>
    <p:spTree>
      <p:nvGrpSpPr>
        <p:cNvPr id="11" name="Shape 11"/>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1"/>
        </a:solidFill>
      </p:bgPr>
    </p:bg>
    <p:spTree>
      <p:nvGrpSpPr>
        <p:cNvPr id="12" name="Shape 12"/>
        <p:cNvGrpSpPr/>
        <p:nvPr/>
      </p:nvGrpSpPr>
      <p:grpSpPr>
        <a:xfrm>
          <a:off x="0" y="0"/>
          <a:ext cx="0" cy="0"/>
          <a:chOff x="0" y="0"/>
          <a:chExt cx="0" cy="0"/>
        </a:xfrm>
      </p:grpSpPr>
      <p:sp>
        <p:nvSpPr>
          <p:cNvPr id="13" name="Google Shape;13;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6" name="Google Shape;16;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9" name="Google Shape;19;p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0" name="Google Shape;20;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3" name="Google Shape;23;p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 name="Google Shape;25;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8" name="Google Shape;28;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1" name="Google Shape;31;p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2" name="Google Shape;32;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1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5" name="Google Shape;35;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1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1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9" name="Google Shape;39;p1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1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1" name="Google Shape;41;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4" name="Google Shape;44;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7" name="Google Shape;47;p1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8" name="Google Shape;48;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1">
  <p:cSld name="1_Two Content_1">
    <p:bg>
      <p:bgPr>
        <a:solidFill>
          <a:srgbClr val="001400"/>
        </a:solidFill>
      </p:bgPr>
    </p:bg>
    <p:spTree>
      <p:nvGrpSpPr>
        <p:cNvPr id="51" name="Shape 51"/>
        <p:cNvGrpSpPr/>
        <p:nvPr/>
      </p:nvGrpSpPr>
      <p:grpSpPr>
        <a:xfrm>
          <a:off x="0" y="0"/>
          <a:ext cx="0" cy="0"/>
          <a:chOff x="0" y="0"/>
          <a:chExt cx="0" cy="0"/>
        </a:xfrm>
      </p:grpSpPr>
      <p:sp>
        <p:nvSpPr>
          <p:cNvPr id="52" name="Google Shape;52;p15"/>
          <p:cNvSpPr/>
          <p:nvPr>
            <p:ph idx="2" type="pic"/>
          </p:nvPr>
        </p:nvSpPr>
        <p:spPr>
          <a:xfrm>
            <a:off x="1" y="0"/>
            <a:ext cx="9144000" cy="5143500"/>
          </a:xfrm>
          <a:prstGeom prst="rect">
            <a:avLst/>
          </a:prstGeom>
          <a:solidFill>
            <a:srgbClr val="7F7F7F"/>
          </a:solid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53" name="Shape 53"/>
        <p:cNvGrpSpPr/>
        <p:nvPr/>
      </p:nvGrpSpPr>
      <p:grpSpPr>
        <a:xfrm>
          <a:off x="0" y="0"/>
          <a:ext cx="0" cy="0"/>
          <a:chOff x="0" y="0"/>
          <a:chExt cx="0" cy="0"/>
        </a:xfrm>
      </p:grpSpPr>
      <p:sp>
        <p:nvSpPr>
          <p:cNvPr id="54" name="Google Shape;54;p16"/>
          <p:cNvSpPr/>
          <p:nvPr>
            <p:ph idx="2" type="pic"/>
          </p:nvPr>
        </p:nvSpPr>
        <p:spPr>
          <a:xfrm>
            <a:off x="4572000" y="0"/>
            <a:ext cx="4572000" cy="5143500"/>
          </a:xfrm>
          <a:prstGeom prst="rect">
            <a:avLst/>
          </a:prstGeom>
          <a:solidFill>
            <a:srgbClr val="001400"/>
          </a:solidFill>
          <a:ln>
            <a:noFill/>
          </a:ln>
        </p:spPr>
      </p:sp>
      <p:sp>
        <p:nvSpPr>
          <p:cNvPr id="55" name="Google Shape;55;p16"/>
          <p:cNvSpPr txBox="1"/>
          <p:nvPr>
            <p:ph idx="1" type="body"/>
          </p:nvPr>
        </p:nvSpPr>
        <p:spPr>
          <a:xfrm>
            <a:off x="285751" y="1037375"/>
            <a:ext cx="3943200" cy="3709500"/>
          </a:xfrm>
          <a:prstGeom prst="rect">
            <a:avLst/>
          </a:prstGeom>
          <a:noFill/>
          <a:ln>
            <a:noFill/>
          </a:ln>
        </p:spPr>
        <p:txBody>
          <a:bodyPr anchorCtr="0" anchor="ctr" bIns="0" lIns="0" spcFirstLastPara="1" rIns="0" wrap="square" tIns="0">
            <a:normAutofit/>
          </a:bodyPr>
          <a:lstStyle>
            <a:lvl1pPr indent="-228600" lvl="0" marL="457200" marR="0" algn="l">
              <a:lnSpc>
                <a:spcPct val="130000"/>
              </a:lnSpc>
              <a:spcBef>
                <a:spcPts val="500"/>
              </a:spcBef>
              <a:spcAft>
                <a:spcPts val="0"/>
              </a:spcAft>
              <a:buClr>
                <a:schemeClr val="dk1"/>
              </a:buClr>
              <a:buSzPts val="1500"/>
              <a:buFont typeface="Arial"/>
              <a:buNone/>
              <a:defRPr b="1" i="0" sz="1500" u="none" cap="none" strike="noStrike">
                <a:solidFill>
                  <a:schemeClr val="dk1"/>
                </a:solidFill>
                <a:latin typeface="Arial"/>
                <a:ea typeface="Arial"/>
                <a:cs typeface="Arial"/>
                <a:sym typeface="Arial"/>
              </a:defRPr>
            </a:lvl1pPr>
            <a:lvl2pPr indent="-304800" lvl="1" marL="914400" marR="0" algn="l">
              <a:lnSpc>
                <a:spcPct val="90000"/>
              </a:lnSpc>
              <a:spcBef>
                <a:spcPts val="12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2pPr>
            <a:lvl3pPr indent="-292100" lvl="2" marL="1371600" marR="0" algn="l">
              <a:lnSpc>
                <a:spcPct val="90000"/>
              </a:lnSpc>
              <a:spcBef>
                <a:spcPts val="1200"/>
              </a:spcBef>
              <a:spcAft>
                <a:spcPts val="0"/>
              </a:spcAft>
              <a:buClr>
                <a:schemeClr val="dk1"/>
              </a:buClr>
              <a:buSzPts val="1000"/>
              <a:buFont typeface="Arial"/>
              <a:buChar char="•"/>
              <a:defRPr b="0" i="0" sz="1000" u="none" cap="none" strike="noStrike">
                <a:solidFill>
                  <a:schemeClr val="dk1"/>
                </a:solidFill>
                <a:latin typeface="Arial"/>
                <a:ea typeface="Arial"/>
                <a:cs typeface="Arial"/>
                <a:sym typeface="Arial"/>
              </a:defRPr>
            </a:lvl3pPr>
            <a:lvl4pPr indent="-285750" lvl="3" marL="1828800" marR="0" algn="l">
              <a:lnSpc>
                <a:spcPct val="90000"/>
              </a:lnSpc>
              <a:spcBef>
                <a:spcPts val="12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4pPr>
            <a:lvl5pPr indent="-285750" lvl="4" marL="2286000" marR="0" algn="l">
              <a:lnSpc>
                <a:spcPct val="90000"/>
              </a:lnSpc>
              <a:spcBef>
                <a:spcPts val="12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5pPr>
            <a:lvl6pPr indent="-285750" lvl="5" marL="2743200" marR="0" algn="l">
              <a:lnSpc>
                <a:spcPct val="90000"/>
              </a:lnSpc>
              <a:spcBef>
                <a:spcPts val="12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85750" lvl="6" marL="3200400" marR="0" algn="l">
              <a:lnSpc>
                <a:spcPct val="90000"/>
              </a:lnSpc>
              <a:spcBef>
                <a:spcPts val="12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7pPr>
            <a:lvl8pPr indent="-285750" lvl="7" marL="3657600" marR="0" algn="l">
              <a:lnSpc>
                <a:spcPct val="90000"/>
              </a:lnSpc>
              <a:spcBef>
                <a:spcPts val="12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8pPr>
            <a:lvl9pPr indent="-285750" lvl="8" marL="4114800" marR="0" algn="l">
              <a:lnSpc>
                <a:spcPct val="90000"/>
              </a:lnSpc>
              <a:spcBef>
                <a:spcPts val="1200"/>
              </a:spcBef>
              <a:spcAft>
                <a:spcPts val="1200"/>
              </a:spcAft>
              <a:buClr>
                <a:schemeClr val="dk1"/>
              </a:buClr>
              <a:buSzPts val="900"/>
              <a:buFont typeface="Arial"/>
              <a:buChar char="•"/>
              <a:defRPr b="0" i="0" sz="9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Title Slide">
  <p:cSld name="12_Title Slide">
    <p:spTree>
      <p:nvGrpSpPr>
        <p:cNvPr id="56" name="Shape 56"/>
        <p:cNvGrpSpPr/>
        <p:nvPr/>
      </p:nvGrpSpPr>
      <p:grpSpPr>
        <a:xfrm>
          <a:off x="0" y="0"/>
          <a:ext cx="0" cy="0"/>
          <a:chOff x="0" y="0"/>
          <a:chExt cx="0" cy="0"/>
        </a:xfrm>
      </p:grpSpPr>
      <p:sp>
        <p:nvSpPr>
          <p:cNvPr id="57" name="Google Shape;57;p17"/>
          <p:cNvSpPr txBox="1"/>
          <p:nvPr>
            <p:ph idx="1" type="body"/>
          </p:nvPr>
        </p:nvSpPr>
        <p:spPr>
          <a:xfrm>
            <a:off x="285750" y="372756"/>
            <a:ext cx="8210700" cy="4968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500"/>
              </a:spcBef>
              <a:spcAft>
                <a:spcPts val="0"/>
              </a:spcAft>
              <a:buClr>
                <a:schemeClr val="dk1"/>
              </a:buClr>
              <a:buSzPts val="1700"/>
              <a:buFont typeface="Arial"/>
              <a:buNone/>
              <a:defRPr b="1" i="0" sz="1700" u="none" cap="none" strike="noStrike">
                <a:solidFill>
                  <a:schemeClr val="dk1"/>
                </a:solidFill>
                <a:latin typeface="Arial"/>
                <a:ea typeface="Arial"/>
                <a:cs typeface="Arial"/>
                <a:sym typeface="Arial"/>
              </a:defRPr>
            </a:lvl1pPr>
            <a:lvl2pPr indent="-304800" lvl="1" marL="914400" marR="0" algn="l">
              <a:lnSpc>
                <a:spcPct val="90000"/>
              </a:lnSpc>
              <a:spcBef>
                <a:spcPts val="12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2pPr>
            <a:lvl3pPr indent="-292100" lvl="2" marL="1371600" marR="0" algn="l">
              <a:lnSpc>
                <a:spcPct val="90000"/>
              </a:lnSpc>
              <a:spcBef>
                <a:spcPts val="1200"/>
              </a:spcBef>
              <a:spcAft>
                <a:spcPts val="0"/>
              </a:spcAft>
              <a:buClr>
                <a:schemeClr val="dk1"/>
              </a:buClr>
              <a:buSzPts val="1000"/>
              <a:buFont typeface="Arial"/>
              <a:buChar char="•"/>
              <a:defRPr b="0" i="0" sz="1000" u="none" cap="none" strike="noStrike">
                <a:solidFill>
                  <a:schemeClr val="dk1"/>
                </a:solidFill>
                <a:latin typeface="Arial"/>
                <a:ea typeface="Arial"/>
                <a:cs typeface="Arial"/>
                <a:sym typeface="Arial"/>
              </a:defRPr>
            </a:lvl3pPr>
            <a:lvl4pPr indent="-285750" lvl="3" marL="1828800" marR="0" algn="l">
              <a:lnSpc>
                <a:spcPct val="90000"/>
              </a:lnSpc>
              <a:spcBef>
                <a:spcPts val="12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4pPr>
            <a:lvl5pPr indent="-285750" lvl="4" marL="2286000" marR="0" algn="l">
              <a:lnSpc>
                <a:spcPct val="90000"/>
              </a:lnSpc>
              <a:spcBef>
                <a:spcPts val="12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5pPr>
            <a:lvl6pPr indent="-285750" lvl="5" marL="2743200" marR="0" algn="l">
              <a:lnSpc>
                <a:spcPct val="90000"/>
              </a:lnSpc>
              <a:spcBef>
                <a:spcPts val="12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85750" lvl="6" marL="3200400" marR="0" algn="l">
              <a:lnSpc>
                <a:spcPct val="90000"/>
              </a:lnSpc>
              <a:spcBef>
                <a:spcPts val="12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7pPr>
            <a:lvl8pPr indent="-285750" lvl="7" marL="3657600" marR="0" algn="l">
              <a:lnSpc>
                <a:spcPct val="90000"/>
              </a:lnSpc>
              <a:spcBef>
                <a:spcPts val="12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8pPr>
            <a:lvl9pPr indent="-285750" lvl="8" marL="4114800" marR="0" algn="l">
              <a:lnSpc>
                <a:spcPct val="90000"/>
              </a:lnSpc>
              <a:spcBef>
                <a:spcPts val="1200"/>
              </a:spcBef>
              <a:spcAft>
                <a:spcPts val="1200"/>
              </a:spcAft>
              <a:buClr>
                <a:schemeClr val="dk1"/>
              </a:buClr>
              <a:buSzPts val="900"/>
              <a:buFont typeface="Arial"/>
              <a:buChar char="•"/>
              <a:defRPr b="0" i="0" sz="900" u="none" cap="none" strike="noStrike">
                <a:solidFill>
                  <a:schemeClr val="dk1"/>
                </a:solidFill>
                <a:latin typeface="Arial"/>
                <a:ea typeface="Arial"/>
                <a:cs typeface="Arial"/>
                <a:sym typeface="Arial"/>
              </a:defRPr>
            </a:lvl9pPr>
          </a:lstStyle>
          <a:p/>
        </p:txBody>
      </p:sp>
      <p:sp>
        <p:nvSpPr>
          <p:cNvPr id="58" name="Google Shape;58;p17"/>
          <p:cNvSpPr/>
          <p:nvPr>
            <p:ph idx="2" type="pic"/>
          </p:nvPr>
        </p:nvSpPr>
        <p:spPr>
          <a:xfrm>
            <a:off x="285750" y="1199357"/>
            <a:ext cx="4252200" cy="2006700"/>
          </a:xfrm>
          <a:prstGeom prst="snip2DiagRect">
            <a:avLst>
              <a:gd fmla="val 0" name="adj1"/>
              <a:gd fmla="val 11264" name="adj2"/>
            </a:avLst>
          </a:prstGeom>
          <a:solidFill>
            <a:schemeClr val="dk1"/>
          </a:solidFill>
          <a:ln>
            <a:noFill/>
          </a:ln>
        </p:spPr>
      </p:sp>
      <p:sp>
        <p:nvSpPr>
          <p:cNvPr id="59" name="Google Shape;59;p17"/>
          <p:cNvSpPr/>
          <p:nvPr>
            <p:ph idx="3" type="pic"/>
          </p:nvPr>
        </p:nvSpPr>
        <p:spPr>
          <a:xfrm>
            <a:off x="4606132" y="1199357"/>
            <a:ext cx="4252200" cy="2006700"/>
          </a:xfrm>
          <a:prstGeom prst="snip2DiagRect">
            <a:avLst>
              <a:gd fmla="val 0" name="adj1"/>
              <a:gd fmla="val 11264" name="adj2"/>
            </a:avLst>
          </a:prstGeom>
          <a:solidFill>
            <a:schemeClr val="dk1"/>
          </a:solidFill>
          <a:ln>
            <a:noFill/>
          </a:ln>
        </p:spPr>
      </p:sp>
      <p:sp>
        <p:nvSpPr>
          <p:cNvPr id="60" name="Google Shape;60;p17"/>
          <p:cNvSpPr txBox="1"/>
          <p:nvPr>
            <p:ph idx="4" type="body"/>
          </p:nvPr>
        </p:nvSpPr>
        <p:spPr>
          <a:xfrm>
            <a:off x="291496" y="3486150"/>
            <a:ext cx="2813700" cy="1066800"/>
          </a:xfrm>
          <a:prstGeom prst="rect">
            <a:avLst/>
          </a:prstGeom>
          <a:noFill/>
          <a:ln>
            <a:noFill/>
          </a:ln>
        </p:spPr>
        <p:txBody>
          <a:bodyPr anchorCtr="0" anchor="t" bIns="0" lIns="0" spcFirstLastPara="1" rIns="0" wrap="square" tIns="0">
            <a:normAutofit/>
          </a:bodyPr>
          <a:lstStyle>
            <a:lvl1pPr indent="-228600" lvl="0" marL="457200" marR="0" algn="l">
              <a:lnSpc>
                <a:spcPct val="137500"/>
              </a:lnSpc>
              <a:spcBef>
                <a:spcPts val="500"/>
              </a:spcBef>
              <a:spcAft>
                <a:spcPts val="0"/>
              </a:spcAft>
              <a:buClr>
                <a:schemeClr val="dk1"/>
              </a:buClr>
              <a:buSzPts val="800"/>
              <a:buFont typeface="Arial"/>
              <a:buNone/>
              <a:defRPr b="1" i="0" sz="800" u="none" cap="none" strike="noStrike">
                <a:solidFill>
                  <a:schemeClr val="dk1"/>
                </a:solidFill>
                <a:latin typeface="Arial"/>
                <a:ea typeface="Arial"/>
                <a:cs typeface="Arial"/>
                <a:sym typeface="Arial"/>
              </a:defRPr>
            </a:lvl1pPr>
            <a:lvl2pPr indent="-304800" lvl="1" marL="914400" marR="0" algn="l">
              <a:lnSpc>
                <a:spcPct val="90000"/>
              </a:lnSpc>
              <a:spcBef>
                <a:spcPts val="12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2pPr>
            <a:lvl3pPr indent="-292100" lvl="2" marL="1371600" marR="0" algn="l">
              <a:lnSpc>
                <a:spcPct val="90000"/>
              </a:lnSpc>
              <a:spcBef>
                <a:spcPts val="1200"/>
              </a:spcBef>
              <a:spcAft>
                <a:spcPts val="0"/>
              </a:spcAft>
              <a:buClr>
                <a:schemeClr val="dk1"/>
              </a:buClr>
              <a:buSzPts val="1000"/>
              <a:buFont typeface="Arial"/>
              <a:buChar char="•"/>
              <a:defRPr b="0" i="0" sz="1000" u="none" cap="none" strike="noStrike">
                <a:solidFill>
                  <a:schemeClr val="dk1"/>
                </a:solidFill>
                <a:latin typeface="Arial"/>
                <a:ea typeface="Arial"/>
                <a:cs typeface="Arial"/>
                <a:sym typeface="Arial"/>
              </a:defRPr>
            </a:lvl3pPr>
            <a:lvl4pPr indent="-285750" lvl="3" marL="1828800" marR="0" algn="l">
              <a:lnSpc>
                <a:spcPct val="90000"/>
              </a:lnSpc>
              <a:spcBef>
                <a:spcPts val="12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4pPr>
            <a:lvl5pPr indent="-285750" lvl="4" marL="2286000" marR="0" algn="l">
              <a:lnSpc>
                <a:spcPct val="90000"/>
              </a:lnSpc>
              <a:spcBef>
                <a:spcPts val="12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5pPr>
            <a:lvl6pPr indent="-285750" lvl="5" marL="2743200" marR="0" algn="l">
              <a:lnSpc>
                <a:spcPct val="90000"/>
              </a:lnSpc>
              <a:spcBef>
                <a:spcPts val="12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85750" lvl="6" marL="3200400" marR="0" algn="l">
              <a:lnSpc>
                <a:spcPct val="90000"/>
              </a:lnSpc>
              <a:spcBef>
                <a:spcPts val="12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7pPr>
            <a:lvl8pPr indent="-285750" lvl="7" marL="3657600" marR="0" algn="l">
              <a:lnSpc>
                <a:spcPct val="90000"/>
              </a:lnSpc>
              <a:spcBef>
                <a:spcPts val="12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8pPr>
            <a:lvl9pPr indent="-285750" lvl="8" marL="4114800" marR="0" algn="l">
              <a:lnSpc>
                <a:spcPct val="90000"/>
              </a:lnSpc>
              <a:spcBef>
                <a:spcPts val="1200"/>
              </a:spcBef>
              <a:spcAft>
                <a:spcPts val="1200"/>
              </a:spcAft>
              <a:buClr>
                <a:schemeClr val="dk1"/>
              </a:buClr>
              <a:buSzPts val="900"/>
              <a:buFont typeface="Arial"/>
              <a:buChar char="•"/>
              <a:defRPr b="0" i="0" sz="900" u="none" cap="none" strike="noStrike">
                <a:solidFill>
                  <a:schemeClr val="dk1"/>
                </a:solidFill>
                <a:latin typeface="Arial"/>
                <a:ea typeface="Arial"/>
                <a:cs typeface="Arial"/>
                <a:sym typeface="Arial"/>
              </a:defRPr>
            </a:lvl9pPr>
          </a:lstStyle>
          <a:p/>
        </p:txBody>
      </p:sp>
      <p:sp>
        <p:nvSpPr>
          <p:cNvPr id="61" name="Google Shape;61;p17"/>
          <p:cNvSpPr txBox="1"/>
          <p:nvPr>
            <p:ph idx="5" type="body"/>
          </p:nvPr>
        </p:nvSpPr>
        <p:spPr>
          <a:xfrm>
            <a:off x="4606132" y="3486150"/>
            <a:ext cx="2813700" cy="1066800"/>
          </a:xfrm>
          <a:prstGeom prst="rect">
            <a:avLst/>
          </a:prstGeom>
          <a:noFill/>
          <a:ln>
            <a:noFill/>
          </a:ln>
        </p:spPr>
        <p:txBody>
          <a:bodyPr anchorCtr="0" anchor="t" bIns="0" lIns="0" spcFirstLastPara="1" rIns="0" wrap="square" tIns="0">
            <a:normAutofit/>
          </a:bodyPr>
          <a:lstStyle>
            <a:lvl1pPr indent="-228600" lvl="0" marL="457200" marR="0" algn="l">
              <a:lnSpc>
                <a:spcPct val="137500"/>
              </a:lnSpc>
              <a:spcBef>
                <a:spcPts val="500"/>
              </a:spcBef>
              <a:spcAft>
                <a:spcPts val="0"/>
              </a:spcAft>
              <a:buClr>
                <a:schemeClr val="dk1"/>
              </a:buClr>
              <a:buSzPts val="800"/>
              <a:buFont typeface="Arial"/>
              <a:buNone/>
              <a:defRPr b="1" i="0" sz="800" u="none" cap="none" strike="noStrike">
                <a:solidFill>
                  <a:schemeClr val="dk1"/>
                </a:solidFill>
                <a:latin typeface="Arial"/>
                <a:ea typeface="Arial"/>
                <a:cs typeface="Arial"/>
                <a:sym typeface="Arial"/>
              </a:defRPr>
            </a:lvl1pPr>
            <a:lvl2pPr indent="-304800" lvl="1" marL="914400" marR="0" algn="l">
              <a:lnSpc>
                <a:spcPct val="90000"/>
              </a:lnSpc>
              <a:spcBef>
                <a:spcPts val="12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2pPr>
            <a:lvl3pPr indent="-292100" lvl="2" marL="1371600" marR="0" algn="l">
              <a:lnSpc>
                <a:spcPct val="90000"/>
              </a:lnSpc>
              <a:spcBef>
                <a:spcPts val="1200"/>
              </a:spcBef>
              <a:spcAft>
                <a:spcPts val="0"/>
              </a:spcAft>
              <a:buClr>
                <a:schemeClr val="dk1"/>
              </a:buClr>
              <a:buSzPts val="1000"/>
              <a:buFont typeface="Arial"/>
              <a:buChar char="•"/>
              <a:defRPr b="0" i="0" sz="1000" u="none" cap="none" strike="noStrike">
                <a:solidFill>
                  <a:schemeClr val="dk1"/>
                </a:solidFill>
                <a:latin typeface="Arial"/>
                <a:ea typeface="Arial"/>
                <a:cs typeface="Arial"/>
                <a:sym typeface="Arial"/>
              </a:defRPr>
            </a:lvl3pPr>
            <a:lvl4pPr indent="-285750" lvl="3" marL="1828800" marR="0" algn="l">
              <a:lnSpc>
                <a:spcPct val="90000"/>
              </a:lnSpc>
              <a:spcBef>
                <a:spcPts val="12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4pPr>
            <a:lvl5pPr indent="-285750" lvl="4" marL="2286000" marR="0" algn="l">
              <a:lnSpc>
                <a:spcPct val="90000"/>
              </a:lnSpc>
              <a:spcBef>
                <a:spcPts val="12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5pPr>
            <a:lvl6pPr indent="-285750" lvl="5" marL="2743200" marR="0" algn="l">
              <a:lnSpc>
                <a:spcPct val="90000"/>
              </a:lnSpc>
              <a:spcBef>
                <a:spcPts val="12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85750" lvl="6" marL="3200400" marR="0" algn="l">
              <a:lnSpc>
                <a:spcPct val="90000"/>
              </a:lnSpc>
              <a:spcBef>
                <a:spcPts val="12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7pPr>
            <a:lvl8pPr indent="-285750" lvl="7" marL="3657600" marR="0" algn="l">
              <a:lnSpc>
                <a:spcPct val="90000"/>
              </a:lnSpc>
              <a:spcBef>
                <a:spcPts val="12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8pPr>
            <a:lvl9pPr indent="-285750" lvl="8" marL="4114800" marR="0" algn="l">
              <a:lnSpc>
                <a:spcPct val="90000"/>
              </a:lnSpc>
              <a:spcBef>
                <a:spcPts val="1200"/>
              </a:spcBef>
              <a:spcAft>
                <a:spcPts val="1200"/>
              </a:spcAft>
              <a:buClr>
                <a:schemeClr val="dk1"/>
              </a:buClr>
              <a:buSzPts val="900"/>
              <a:buFont typeface="Arial"/>
              <a:buChar char="•"/>
              <a:defRPr b="0" i="0" sz="9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2">
  <p:cSld name="Two Content">
    <p:bg>
      <p:bgPr>
        <a:solidFill>
          <a:srgbClr val="001400"/>
        </a:solidFill>
      </p:bgPr>
    </p:bg>
    <p:spTree>
      <p:nvGrpSpPr>
        <p:cNvPr id="62" name="Shape 62"/>
        <p:cNvGrpSpPr/>
        <p:nvPr/>
      </p:nvGrpSpPr>
      <p:grpSpPr>
        <a:xfrm>
          <a:off x="0" y="0"/>
          <a:ext cx="0" cy="0"/>
          <a:chOff x="0" y="0"/>
          <a:chExt cx="0" cy="0"/>
        </a:xfrm>
      </p:grpSpPr>
      <p:sp>
        <p:nvSpPr>
          <p:cNvPr id="63" name="Google Shape;63;p18"/>
          <p:cNvSpPr/>
          <p:nvPr>
            <p:ph idx="2" type="pic"/>
          </p:nvPr>
        </p:nvSpPr>
        <p:spPr>
          <a:xfrm>
            <a:off x="1" y="0"/>
            <a:ext cx="9144000" cy="5143500"/>
          </a:xfrm>
          <a:prstGeom prst="rect">
            <a:avLst/>
          </a:prstGeom>
          <a:solidFill>
            <a:srgbClr val="7F7F7F"/>
          </a:solidFill>
          <a:ln>
            <a:noFill/>
          </a:ln>
        </p:spPr>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18" Type="http://schemas.openxmlformats.org/officeDocument/2006/relationships/theme" Target="../theme/theme1.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8" name="Shape 68"/>
        <p:cNvGrpSpPr/>
        <p:nvPr/>
      </p:nvGrpSpPr>
      <p:grpSpPr>
        <a:xfrm>
          <a:off x="0" y="0"/>
          <a:ext cx="0" cy="0"/>
          <a:chOff x="0" y="0"/>
          <a:chExt cx="0" cy="0"/>
        </a:xfrm>
      </p:grpSpPr>
      <p:pic>
        <p:nvPicPr>
          <p:cNvPr id="69" name="Google Shape;69;p19" title="background color.png"/>
          <p:cNvPicPr preferRelativeResize="0"/>
          <p:nvPr/>
        </p:nvPicPr>
        <p:blipFill rotWithShape="1">
          <a:blip r:embed="rId4">
            <a:alphaModFix amt="14000"/>
          </a:blip>
          <a:srcRect b="0" l="46929" r="0" t="0"/>
          <a:stretch/>
        </p:blipFill>
        <p:spPr>
          <a:xfrm>
            <a:off x="4291375" y="0"/>
            <a:ext cx="4852627" cy="5143500"/>
          </a:xfrm>
          <a:prstGeom prst="rect">
            <a:avLst/>
          </a:prstGeom>
          <a:noFill/>
          <a:ln>
            <a:noFill/>
          </a:ln>
        </p:spPr>
      </p:pic>
      <p:sp>
        <p:nvSpPr>
          <p:cNvPr id="70" name="Google Shape;70;p19"/>
          <p:cNvSpPr txBox="1"/>
          <p:nvPr/>
        </p:nvSpPr>
        <p:spPr>
          <a:xfrm>
            <a:off x="298149" y="4639800"/>
            <a:ext cx="2707200" cy="2217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Clr>
                <a:srgbClr val="000000"/>
              </a:buClr>
              <a:buSzPts val="4100"/>
              <a:buFont typeface="Arial"/>
              <a:buNone/>
            </a:pPr>
            <a:r>
              <a:rPr lang="en" sz="1800">
                <a:solidFill>
                  <a:schemeClr val="lt1"/>
                </a:solidFill>
                <a:latin typeface="Chakra Petch"/>
                <a:ea typeface="Chakra Petch"/>
                <a:cs typeface="Chakra Petch"/>
                <a:sym typeface="Chakra Petch"/>
              </a:rPr>
              <a:t>JANUARY</a:t>
            </a:r>
            <a:r>
              <a:rPr b="0" i="0" lang="en" sz="1800" u="none" cap="none" strike="noStrike">
                <a:solidFill>
                  <a:schemeClr val="lt1"/>
                </a:solidFill>
                <a:latin typeface="Chakra Petch"/>
                <a:ea typeface="Chakra Petch"/>
                <a:cs typeface="Chakra Petch"/>
                <a:sym typeface="Chakra Petch"/>
              </a:rPr>
              <a:t> 202</a:t>
            </a:r>
            <a:r>
              <a:rPr lang="en" sz="1800">
                <a:solidFill>
                  <a:schemeClr val="lt1"/>
                </a:solidFill>
                <a:latin typeface="Chakra Petch"/>
                <a:ea typeface="Chakra Petch"/>
                <a:cs typeface="Chakra Petch"/>
                <a:sym typeface="Chakra Petch"/>
              </a:rPr>
              <a:t>6</a:t>
            </a:r>
            <a:endParaRPr b="0" i="0" sz="1800" u="none" cap="none" strike="noStrike">
              <a:solidFill>
                <a:schemeClr val="lt1"/>
              </a:solidFill>
              <a:latin typeface="Chakra Petch"/>
              <a:ea typeface="Chakra Petch"/>
              <a:cs typeface="Chakra Petch"/>
              <a:sym typeface="Chakra Petch"/>
            </a:endParaRPr>
          </a:p>
        </p:txBody>
      </p:sp>
      <p:sp>
        <p:nvSpPr>
          <p:cNvPr id="71" name="Google Shape;71;p19"/>
          <p:cNvSpPr txBox="1"/>
          <p:nvPr/>
        </p:nvSpPr>
        <p:spPr>
          <a:xfrm>
            <a:off x="298150" y="2373575"/>
            <a:ext cx="5899800" cy="8496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Clr>
                <a:srgbClr val="000000"/>
              </a:buClr>
              <a:buSzPts val="2500"/>
              <a:buFont typeface="Arial"/>
              <a:buNone/>
            </a:pPr>
            <a:r>
              <a:rPr i="1" lang="en" sz="2300">
                <a:solidFill>
                  <a:srgbClr val="C8FF6A"/>
                </a:solidFill>
                <a:latin typeface="Chakra Petch"/>
                <a:ea typeface="Chakra Petch"/>
                <a:cs typeface="Chakra Petch"/>
                <a:sym typeface="Chakra Petch"/>
              </a:rPr>
              <a:t>Adam Endress</a:t>
            </a:r>
            <a:endParaRPr i="1" sz="2300">
              <a:solidFill>
                <a:srgbClr val="C8FF6A"/>
              </a:solidFill>
              <a:latin typeface="Chakra Petch"/>
              <a:ea typeface="Chakra Petch"/>
              <a:cs typeface="Chakra Petch"/>
              <a:sym typeface="Chakra Petch"/>
            </a:endParaRPr>
          </a:p>
          <a:p>
            <a:pPr indent="0" lvl="0" marL="0" marR="0" rtl="0" algn="l">
              <a:lnSpc>
                <a:spcPct val="80000"/>
              </a:lnSpc>
              <a:spcBef>
                <a:spcPts val="0"/>
              </a:spcBef>
              <a:spcAft>
                <a:spcPts val="0"/>
              </a:spcAft>
              <a:buClr>
                <a:srgbClr val="000000"/>
              </a:buClr>
              <a:buSzPts val="2500"/>
              <a:buFont typeface="Arial"/>
              <a:buNone/>
            </a:pPr>
            <a:r>
              <a:rPr i="1" lang="en" sz="2300">
                <a:solidFill>
                  <a:srgbClr val="C8FF6A"/>
                </a:solidFill>
                <a:latin typeface="Chakra Petch"/>
                <a:ea typeface="Chakra Petch"/>
                <a:cs typeface="Chakra Petch"/>
                <a:sym typeface="Chakra Petch"/>
              </a:rPr>
              <a:t>Computer Science</a:t>
            </a:r>
            <a:endParaRPr i="1" sz="2300">
              <a:solidFill>
                <a:srgbClr val="C8FF6A"/>
              </a:solidFill>
              <a:latin typeface="Chakra Petch"/>
              <a:ea typeface="Chakra Petch"/>
              <a:cs typeface="Chakra Petch"/>
              <a:sym typeface="Chakra Petch"/>
            </a:endParaRPr>
          </a:p>
          <a:p>
            <a:pPr indent="0" lvl="0" marL="0" marR="0" rtl="0" algn="l">
              <a:lnSpc>
                <a:spcPct val="80000"/>
              </a:lnSpc>
              <a:spcBef>
                <a:spcPts val="0"/>
              </a:spcBef>
              <a:spcAft>
                <a:spcPts val="0"/>
              </a:spcAft>
              <a:buClr>
                <a:srgbClr val="000000"/>
              </a:buClr>
              <a:buSzPts val="2500"/>
              <a:buFont typeface="Arial"/>
              <a:buNone/>
            </a:pPr>
            <a:r>
              <a:rPr i="1" lang="en" sz="2300">
                <a:solidFill>
                  <a:srgbClr val="C8FF6A"/>
                </a:solidFill>
                <a:latin typeface="Chakra Petch"/>
                <a:ea typeface="Chakra Petch"/>
                <a:cs typeface="Chakra Petch"/>
                <a:sym typeface="Chakra Petch"/>
              </a:rPr>
              <a:t>Oregon State University</a:t>
            </a:r>
            <a:endParaRPr i="1" sz="2300">
              <a:solidFill>
                <a:srgbClr val="C8FF6A"/>
              </a:solidFill>
              <a:latin typeface="Chakra Petch"/>
              <a:ea typeface="Chakra Petch"/>
              <a:cs typeface="Chakra Petch"/>
              <a:sym typeface="Chakra Petch"/>
            </a:endParaRPr>
          </a:p>
        </p:txBody>
      </p:sp>
      <p:sp>
        <p:nvSpPr>
          <p:cNvPr id="72" name="Google Shape;72;p19"/>
          <p:cNvSpPr txBox="1"/>
          <p:nvPr/>
        </p:nvSpPr>
        <p:spPr>
          <a:xfrm>
            <a:off x="298150" y="1419550"/>
            <a:ext cx="8088000" cy="788100"/>
          </a:xfrm>
          <a:prstGeom prst="rect">
            <a:avLst/>
          </a:prstGeom>
          <a:noFill/>
          <a:ln>
            <a:noFill/>
          </a:ln>
        </p:spPr>
        <p:txBody>
          <a:bodyPr anchorCtr="0" anchor="t" bIns="0" lIns="0" spcFirstLastPara="1" rIns="0" wrap="square" tIns="0">
            <a:spAutoFit/>
          </a:bodyPr>
          <a:lstStyle/>
          <a:p>
            <a:pPr indent="0" lvl="0" marL="0" rtl="0" algn="l">
              <a:lnSpc>
                <a:spcPct val="80000"/>
              </a:lnSpc>
              <a:spcBef>
                <a:spcPts val="0"/>
              </a:spcBef>
              <a:spcAft>
                <a:spcPts val="0"/>
              </a:spcAft>
              <a:buClr>
                <a:schemeClr val="dk1"/>
              </a:buClr>
              <a:buSzPts val="1100"/>
              <a:buFont typeface="Arial"/>
              <a:buNone/>
            </a:pPr>
            <a:r>
              <a:rPr b="1" lang="en" sz="3200">
                <a:solidFill>
                  <a:schemeClr val="lt1"/>
                </a:solidFill>
                <a:latin typeface="Chakra Petch"/>
                <a:ea typeface="Chakra Petch"/>
                <a:cs typeface="Chakra Petch"/>
                <a:sym typeface="Chakra Petch"/>
              </a:rPr>
              <a:t>VALUING OFF-BALL RUNS IN IMPROVING DRIBBLING SUCCESS</a:t>
            </a:r>
            <a:endParaRPr b="1" i="0" sz="3900" u="none" cap="none" strike="noStrike">
              <a:solidFill>
                <a:schemeClr val="lt1"/>
              </a:solidFill>
              <a:latin typeface="Chakra Petch"/>
              <a:ea typeface="Chakra Petch"/>
              <a:cs typeface="Chakra Petch"/>
              <a:sym typeface="Chakra Petch"/>
            </a:endParaRPr>
          </a:p>
        </p:txBody>
      </p:sp>
      <p:pic>
        <p:nvPicPr>
          <p:cNvPr descr="A black and white logo&#10;&#10;AI-generated content may be incorrect." id="73" name="Google Shape;73;p19"/>
          <p:cNvPicPr preferRelativeResize="0"/>
          <p:nvPr/>
        </p:nvPicPr>
        <p:blipFill rotWithShape="1">
          <a:blip r:embed="rId5">
            <a:alphaModFix/>
          </a:blip>
          <a:srcRect b="0" l="0" r="0" t="0"/>
          <a:stretch/>
        </p:blipFill>
        <p:spPr>
          <a:xfrm>
            <a:off x="8671870" y="4638884"/>
            <a:ext cx="198368" cy="22261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7" name="Shape 77"/>
        <p:cNvGrpSpPr/>
        <p:nvPr/>
      </p:nvGrpSpPr>
      <p:grpSpPr>
        <a:xfrm>
          <a:off x="0" y="0"/>
          <a:ext cx="0" cy="0"/>
          <a:chOff x="0" y="0"/>
          <a:chExt cx="0" cy="0"/>
        </a:xfrm>
      </p:grpSpPr>
      <p:pic>
        <p:nvPicPr>
          <p:cNvPr id="78" name="Google Shape;78;p20" title="line blanche.png"/>
          <p:cNvPicPr preferRelativeResize="0"/>
          <p:nvPr/>
        </p:nvPicPr>
        <p:blipFill rotWithShape="1">
          <a:blip r:embed="rId4">
            <a:alphaModFix/>
          </a:blip>
          <a:srcRect b="0" l="0" r="0" t="0"/>
          <a:stretch/>
        </p:blipFill>
        <p:spPr>
          <a:xfrm>
            <a:off x="419453" y="289299"/>
            <a:ext cx="8450760" cy="573550"/>
          </a:xfrm>
          <a:prstGeom prst="rect">
            <a:avLst/>
          </a:prstGeom>
          <a:noFill/>
          <a:ln>
            <a:noFill/>
          </a:ln>
        </p:spPr>
      </p:pic>
      <p:sp>
        <p:nvSpPr>
          <p:cNvPr id="79" name="Google Shape;79;p20"/>
          <p:cNvSpPr txBox="1"/>
          <p:nvPr>
            <p:ph idx="4294967295" type="ctrTitle"/>
          </p:nvPr>
        </p:nvSpPr>
        <p:spPr>
          <a:xfrm>
            <a:off x="298175" y="75300"/>
            <a:ext cx="4449600" cy="522600"/>
          </a:xfrm>
          <a:prstGeom prst="rect">
            <a:avLst/>
          </a:prstGeom>
          <a:solidFill>
            <a:srgbClr val="252525"/>
          </a:solid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 sz="2300">
                <a:solidFill>
                  <a:schemeClr val="lt1"/>
                </a:solidFill>
                <a:latin typeface="Chakra Petch"/>
                <a:ea typeface="Chakra Petch"/>
                <a:cs typeface="Chakra Petch"/>
                <a:sym typeface="Chakra Petch"/>
              </a:rPr>
              <a:t>Contrasting Views of Dribbling</a:t>
            </a:r>
            <a:endParaRPr b="1" sz="2300">
              <a:solidFill>
                <a:schemeClr val="lt1"/>
              </a:solidFill>
              <a:latin typeface="Chakra Petch"/>
              <a:ea typeface="Chakra Petch"/>
              <a:cs typeface="Chakra Petch"/>
              <a:sym typeface="Chakra Petch"/>
            </a:endParaRPr>
          </a:p>
        </p:txBody>
      </p:sp>
      <p:grpSp>
        <p:nvGrpSpPr>
          <p:cNvPr id="80" name="Google Shape;80;p20"/>
          <p:cNvGrpSpPr/>
          <p:nvPr/>
        </p:nvGrpSpPr>
        <p:grpSpPr>
          <a:xfrm>
            <a:off x="4747909" y="799897"/>
            <a:ext cx="4122044" cy="4061263"/>
            <a:chOff x="3335340" y="978722"/>
            <a:chExt cx="2619000" cy="3882661"/>
          </a:xfrm>
        </p:grpSpPr>
        <p:sp>
          <p:nvSpPr>
            <p:cNvPr id="81" name="Google Shape;81;p20"/>
            <p:cNvSpPr/>
            <p:nvPr/>
          </p:nvSpPr>
          <p:spPr>
            <a:xfrm rot="10800000">
              <a:off x="3340141" y="1657383"/>
              <a:ext cx="2609700" cy="3204000"/>
            </a:xfrm>
            <a:prstGeom prst="snip1Rect">
              <a:avLst>
                <a:gd fmla="val 9153" name="adj"/>
              </a:avLst>
            </a:prstGeom>
            <a:solidFill>
              <a:srgbClr val="32FE6B">
                <a:alpha val="11760"/>
              </a:srgbClr>
            </a:solidFill>
            <a:ln cap="flat" cmpd="sng" w="9525">
              <a:solidFill>
                <a:srgbClr val="32FE6B"/>
              </a:solidFill>
              <a:prstDash val="solid"/>
              <a:round/>
              <a:headEnd len="sm" w="sm" type="none"/>
              <a:tailEnd len="sm" w="sm" type="none"/>
            </a:ln>
            <a:effectLst>
              <a:outerShdw blurRad="286572" rotWithShape="0" algn="ctr" dist="9552">
                <a:srgbClr val="32FE6B"/>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34"/>
                <a:buFont typeface="Arial"/>
                <a:buNone/>
              </a:pPr>
              <a:r>
                <a:t/>
              </a:r>
              <a:endParaRPr b="1" i="0" sz="1434" u="none" cap="none" strike="noStrike">
                <a:solidFill>
                  <a:schemeClr val="lt1"/>
                </a:solidFill>
                <a:latin typeface="Chakra Petch SemiBold"/>
                <a:ea typeface="Chakra Petch SemiBold"/>
                <a:cs typeface="Chakra Petch SemiBold"/>
                <a:sym typeface="Chakra Petch SemiBold"/>
              </a:endParaRPr>
            </a:p>
          </p:txBody>
        </p:sp>
        <p:sp>
          <p:nvSpPr>
            <p:cNvPr id="82" name="Google Shape;82;p20"/>
            <p:cNvSpPr/>
            <p:nvPr/>
          </p:nvSpPr>
          <p:spPr>
            <a:xfrm>
              <a:off x="3335340" y="978722"/>
              <a:ext cx="2619000" cy="678600"/>
            </a:xfrm>
            <a:prstGeom prst="snip1Rect">
              <a:avLst>
                <a:gd fmla="val 33352" name="adj"/>
              </a:avLst>
            </a:prstGeom>
            <a:gradFill>
              <a:gsLst>
                <a:gs pos="0">
                  <a:srgbClr val="32FE6B"/>
                </a:gs>
                <a:gs pos="100000">
                  <a:srgbClr val="C8FF6A"/>
                </a:gs>
              </a:gsLst>
              <a:lin ang="16198662" scaled="0"/>
            </a:gradFill>
            <a:ln>
              <a:noFill/>
            </a:ln>
          </p:spPr>
          <p:txBody>
            <a:bodyPr anchorCtr="0" anchor="ctr" bIns="91700" lIns="91700" spcFirstLastPara="1" rIns="91700" wrap="square" tIns="91700">
              <a:noAutofit/>
            </a:bodyPr>
            <a:lstStyle/>
            <a:p>
              <a:pPr indent="0" lvl="0" marL="0" marR="0" rtl="0" algn="ctr">
                <a:lnSpc>
                  <a:spcPct val="100000"/>
                </a:lnSpc>
                <a:spcBef>
                  <a:spcPts val="0"/>
                </a:spcBef>
                <a:spcAft>
                  <a:spcPts val="0"/>
                </a:spcAft>
                <a:buClr>
                  <a:srgbClr val="000000"/>
                </a:buClr>
                <a:buSzPts val="1404"/>
                <a:buFont typeface="Arial"/>
                <a:buNone/>
              </a:pPr>
              <a:r>
                <a:t/>
              </a:r>
              <a:endParaRPr b="0" i="0" sz="1404" u="none" cap="none" strike="noStrike">
                <a:solidFill>
                  <a:srgbClr val="000000"/>
                </a:solidFill>
                <a:latin typeface="Arial"/>
                <a:ea typeface="Arial"/>
                <a:cs typeface="Arial"/>
                <a:sym typeface="Arial"/>
              </a:endParaRPr>
            </a:p>
          </p:txBody>
        </p:sp>
      </p:grpSp>
      <p:grpSp>
        <p:nvGrpSpPr>
          <p:cNvPr id="83" name="Google Shape;83;p20"/>
          <p:cNvGrpSpPr/>
          <p:nvPr/>
        </p:nvGrpSpPr>
        <p:grpSpPr>
          <a:xfrm>
            <a:off x="298135" y="799897"/>
            <a:ext cx="4122044" cy="4061263"/>
            <a:chOff x="298153" y="978722"/>
            <a:chExt cx="2619000" cy="3882661"/>
          </a:xfrm>
        </p:grpSpPr>
        <p:sp>
          <p:nvSpPr>
            <p:cNvPr id="84" name="Google Shape;84;p20"/>
            <p:cNvSpPr/>
            <p:nvPr/>
          </p:nvSpPr>
          <p:spPr>
            <a:xfrm rot="10800000">
              <a:off x="302953" y="1657383"/>
              <a:ext cx="2609700" cy="3204000"/>
            </a:xfrm>
            <a:prstGeom prst="snip1Rect">
              <a:avLst>
                <a:gd fmla="val 9153" name="adj"/>
              </a:avLst>
            </a:prstGeom>
            <a:solidFill>
              <a:srgbClr val="32FE6B">
                <a:alpha val="11760"/>
              </a:srgbClr>
            </a:solidFill>
            <a:ln cap="flat" cmpd="sng" w="9525">
              <a:solidFill>
                <a:srgbClr val="32FE6B"/>
              </a:solidFill>
              <a:prstDash val="solid"/>
              <a:round/>
              <a:headEnd len="sm" w="sm" type="none"/>
              <a:tailEnd len="sm" w="sm" type="none"/>
            </a:ln>
            <a:effectLst>
              <a:outerShdw blurRad="286572" rotWithShape="0" algn="ctr" dist="9552">
                <a:srgbClr val="32FE6B"/>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34"/>
                <a:buFont typeface="Arial"/>
                <a:buNone/>
              </a:pPr>
              <a:r>
                <a:t/>
              </a:r>
              <a:endParaRPr b="1" i="0" sz="1434" u="none" cap="none" strike="noStrike">
                <a:solidFill>
                  <a:schemeClr val="lt1"/>
                </a:solidFill>
                <a:latin typeface="Chakra Petch SemiBold"/>
                <a:ea typeface="Chakra Petch SemiBold"/>
                <a:cs typeface="Chakra Petch SemiBold"/>
                <a:sym typeface="Chakra Petch SemiBold"/>
              </a:endParaRPr>
            </a:p>
          </p:txBody>
        </p:sp>
        <p:sp>
          <p:nvSpPr>
            <p:cNvPr id="85" name="Google Shape;85;p20"/>
            <p:cNvSpPr/>
            <p:nvPr/>
          </p:nvSpPr>
          <p:spPr>
            <a:xfrm>
              <a:off x="298153" y="978722"/>
              <a:ext cx="2619000" cy="678600"/>
            </a:xfrm>
            <a:prstGeom prst="snip1Rect">
              <a:avLst>
                <a:gd fmla="val 33352" name="adj"/>
              </a:avLst>
            </a:prstGeom>
            <a:gradFill>
              <a:gsLst>
                <a:gs pos="0">
                  <a:srgbClr val="32FE6B"/>
                </a:gs>
                <a:gs pos="100000">
                  <a:srgbClr val="C8FF6A"/>
                </a:gs>
              </a:gsLst>
              <a:lin ang="16198662" scaled="0"/>
            </a:gradFill>
            <a:ln>
              <a:noFill/>
            </a:ln>
          </p:spPr>
          <p:txBody>
            <a:bodyPr anchorCtr="0" anchor="ctr" bIns="91700" lIns="91700" spcFirstLastPara="1" rIns="91700" wrap="square" tIns="91700">
              <a:noAutofit/>
            </a:bodyPr>
            <a:lstStyle/>
            <a:p>
              <a:pPr indent="0" lvl="0" marL="0" marR="0" rtl="0" algn="ctr">
                <a:lnSpc>
                  <a:spcPct val="100000"/>
                </a:lnSpc>
                <a:spcBef>
                  <a:spcPts val="0"/>
                </a:spcBef>
                <a:spcAft>
                  <a:spcPts val="0"/>
                </a:spcAft>
                <a:buClr>
                  <a:srgbClr val="000000"/>
                </a:buClr>
                <a:buSzPts val="1404"/>
                <a:buFont typeface="Arial"/>
                <a:buNone/>
              </a:pPr>
              <a:r>
                <a:t/>
              </a:r>
              <a:endParaRPr b="0" i="0" sz="1404" u="none" cap="none" strike="noStrike">
                <a:solidFill>
                  <a:srgbClr val="000000"/>
                </a:solidFill>
                <a:latin typeface="Arial"/>
                <a:ea typeface="Arial"/>
                <a:cs typeface="Arial"/>
                <a:sym typeface="Arial"/>
              </a:endParaRPr>
            </a:p>
          </p:txBody>
        </p:sp>
      </p:grpSp>
      <p:sp>
        <p:nvSpPr>
          <p:cNvPr id="86" name="Google Shape;86;p20"/>
          <p:cNvSpPr txBox="1"/>
          <p:nvPr>
            <p:ph idx="4294967295" type="ctrTitle"/>
          </p:nvPr>
        </p:nvSpPr>
        <p:spPr>
          <a:xfrm>
            <a:off x="5603066" y="799948"/>
            <a:ext cx="2411700" cy="715200"/>
          </a:xfrm>
          <a:prstGeom prst="rect">
            <a:avLst/>
          </a:prstGeom>
          <a:noFill/>
          <a:ln>
            <a:noFill/>
          </a:ln>
        </p:spPr>
        <p:txBody>
          <a:bodyPr anchorCtr="0" anchor="ctr" bIns="0" lIns="0" spcFirstLastPara="1" rIns="0" wrap="square" tIns="36000">
            <a:noAutofit/>
          </a:bodyPr>
          <a:lstStyle/>
          <a:p>
            <a:pPr indent="0" lvl="0" marL="0" marR="0" rtl="0" algn="ctr">
              <a:lnSpc>
                <a:spcPct val="80000"/>
              </a:lnSpc>
              <a:spcBef>
                <a:spcPts val="0"/>
              </a:spcBef>
              <a:spcAft>
                <a:spcPts val="0"/>
              </a:spcAft>
              <a:buClr>
                <a:srgbClr val="000000"/>
              </a:buClr>
              <a:buSzPts val="993"/>
              <a:buFont typeface="Arial"/>
              <a:buNone/>
            </a:pPr>
            <a:r>
              <a:rPr lang="en" sz="1700">
                <a:latin typeface="Chakra Petch SemiBold"/>
                <a:ea typeface="Chakra Petch SemiBold"/>
                <a:cs typeface="Chakra Petch SemiBold"/>
                <a:sym typeface="Chakra Petch SemiBold"/>
              </a:rPr>
              <a:t>QUOTE #2</a:t>
            </a:r>
            <a:endParaRPr b="0" i="0" sz="1700" u="none" cap="none" strike="noStrike">
              <a:solidFill>
                <a:schemeClr val="dk1"/>
              </a:solidFill>
              <a:latin typeface="Chakra Petch SemiBold"/>
              <a:ea typeface="Chakra Petch SemiBold"/>
              <a:cs typeface="Chakra Petch SemiBold"/>
              <a:sym typeface="Chakra Petch SemiBold"/>
            </a:endParaRPr>
          </a:p>
        </p:txBody>
      </p:sp>
      <p:sp>
        <p:nvSpPr>
          <p:cNvPr id="87" name="Google Shape;87;p20"/>
          <p:cNvSpPr txBox="1"/>
          <p:nvPr>
            <p:ph idx="4294967295" type="ctrTitle"/>
          </p:nvPr>
        </p:nvSpPr>
        <p:spPr>
          <a:xfrm>
            <a:off x="470500" y="1717200"/>
            <a:ext cx="3777300" cy="299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 sz="2000">
                <a:solidFill>
                  <a:schemeClr val="lt1"/>
                </a:solidFill>
                <a:latin typeface="Trebuchet MS"/>
                <a:ea typeface="Trebuchet MS"/>
                <a:cs typeface="Trebuchet MS"/>
                <a:sym typeface="Trebuchet MS"/>
              </a:rPr>
              <a:t>“Today, without players who dribble, nothing can be done. Attacking a team that is stuck in its own goal, without players who dribble, who do not get you superiority with moves into spaces, is impossible”</a:t>
            </a:r>
            <a:endParaRPr sz="2000">
              <a:solidFill>
                <a:schemeClr val="lt1"/>
              </a:solidFill>
              <a:latin typeface="Trebuchet MS"/>
              <a:ea typeface="Trebuchet MS"/>
              <a:cs typeface="Trebuchet MS"/>
              <a:sym typeface="Trebuchet MS"/>
            </a:endParaRPr>
          </a:p>
          <a:p>
            <a:pPr indent="0" lvl="0" marL="0" rtl="0" algn="ctr">
              <a:spcBef>
                <a:spcPts val="0"/>
              </a:spcBef>
              <a:spcAft>
                <a:spcPts val="0"/>
              </a:spcAft>
              <a:buClr>
                <a:schemeClr val="dk1"/>
              </a:buClr>
              <a:buSzPts val="1100"/>
              <a:buFont typeface="Arial"/>
              <a:buNone/>
            </a:pPr>
            <a:r>
              <a:t/>
            </a:r>
            <a:endParaRPr sz="2000">
              <a:solidFill>
                <a:schemeClr val="lt1"/>
              </a:solidFill>
              <a:latin typeface="Trebuchet MS"/>
              <a:ea typeface="Trebuchet MS"/>
              <a:cs typeface="Trebuchet MS"/>
              <a:sym typeface="Trebuchet MS"/>
            </a:endParaRPr>
          </a:p>
          <a:p>
            <a:pPr indent="0" lvl="0" marL="0" rtl="0" algn="ctr">
              <a:spcBef>
                <a:spcPts val="0"/>
              </a:spcBef>
              <a:spcAft>
                <a:spcPts val="0"/>
              </a:spcAft>
              <a:buClr>
                <a:schemeClr val="dk1"/>
              </a:buClr>
              <a:buSzPts val="1100"/>
              <a:buFont typeface="Arial"/>
              <a:buNone/>
            </a:pPr>
            <a:r>
              <a:t/>
            </a:r>
            <a:endParaRPr sz="2000">
              <a:solidFill>
                <a:schemeClr val="lt1"/>
              </a:solidFill>
              <a:latin typeface="Trebuchet MS"/>
              <a:ea typeface="Trebuchet MS"/>
              <a:cs typeface="Trebuchet MS"/>
              <a:sym typeface="Trebuchet MS"/>
            </a:endParaRPr>
          </a:p>
          <a:p>
            <a:pPr indent="0" lvl="0" marL="0" marR="0" rtl="0" algn="l">
              <a:lnSpc>
                <a:spcPct val="100000"/>
              </a:lnSpc>
              <a:spcBef>
                <a:spcPts val="0"/>
              </a:spcBef>
              <a:spcAft>
                <a:spcPts val="0"/>
              </a:spcAft>
              <a:buClr>
                <a:schemeClr val="dk1"/>
              </a:buClr>
              <a:buSzPts val="947"/>
              <a:buFont typeface="Arial"/>
              <a:buNone/>
            </a:pPr>
            <a:r>
              <a:t/>
            </a:r>
            <a:endParaRPr sz="2000">
              <a:solidFill>
                <a:schemeClr val="lt1"/>
              </a:solidFill>
              <a:latin typeface="Trebuchet MS"/>
              <a:ea typeface="Trebuchet MS"/>
              <a:cs typeface="Trebuchet MS"/>
              <a:sym typeface="Trebuchet MS"/>
            </a:endParaRPr>
          </a:p>
        </p:txBody>
      </p:sp>
      <p:sp>
        <p:nvSpPr>
          <p:cNvPr id="88" name="Google Shape;88;p20"/>
          <p:cNvSpPr txBox="1"/>
          <p:nvPr>
            <p:ph idx="4294967295" type="ctrTitle"/>
          </p:nvPr>
        </p:nvSpPr>
        <p:spPr>
          <a:xfrm>
            <a:off x="4920275" y="1717200"/>
            <a:ext cx="3777300" cy="299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 sz="2000">
                <a:solidFill>
                  <a:schemeClr val="lt1"/>
                </a:solidFill>
                <a:latin typeface="Trebuchet MS"/>
                <a:ea typeface="Trebuchet MS"/>
                <a:cs typeface="Trebuchet MS"/>
                <a:sym typeface="Trebuchet MS"/>
              </a:rPr>
              <a:t>“If I play with one or two touches within a second or two to you, you know exactly what will happen. It’s communication. It’s talking. If a player runs and dribbles with the ball all the time, no one knows what will happen”</a:t>
            </a:r>
            <a:endParaRPr sz="2000">
              <a:solidFill>
                <a:schemeClr val="lt1"/>
              </a:solidFill>
              <a:latin typeface="Trebuchet MS"/>
              <a:ea typeface="Trebuchet MS"/>
              <a:cs typeface="Trebuchet MS"/>
              <a:sym typeface="Trebuchet MS"/>
            </a:endParaRPr>
          </a:p>
          <a:p>
            <a:pPr indent="0" lvl="0" marL="0" rtl="0" algn="ctr">
              <a:spcBef>
                <a:spcPts val="0"/>
              </a:spcBef>
              <a:spcAft>
                <a:spcPts val="0"/>
              </a:spcAft>
              <a:buClr>
                <a:schemeClr val="dk1"/>
              </a:buClr>
              <a:buSzPts val="1100"/>
              <a:buFont typeface="Arial"/>
              <a:buNone/>
            </a:pPr>
            <a:r>
              <a:t/>
            </a:r>
            <a:endParaRPr sz="2000">
              <a:solidFill>
                <a:schemeClr val="lt1"/>
              </a:solidFill>
              <a:latin typeface="Trebuchet MS"/>
              <a:ea typeface="Trebuchet MS"/>
              <a:cs typeface="Trebuchet MS"/>
              <a:sym typeface="Trebuchet MS"/>
            </a:endParaRPr>
          </a:p>
          <a:p>
            <a:pPr indent="0" lvl="0" marL="0" marR="0" rtl="0" algn="ctr">
              <a:lnSpc>
                <a:spcPct val="100000"/>
              </a:lnSpc>
              <a:spcBef>
                <a:spcPts val="0"/>
              </a:spcBef>
              <a:spcAft>
                <a:spcPts val="0"/>
              </a:spcAft>
              <a:buClr>
                <a:schemeClr val="dk1"/>
              </a:buClr>
              <a:buSzPts val="947"/>
              <a:buFont typeface="Arial"/>
              <a:buNone/>
            </a:pPr>
            <a:r>
              <a:t/>
            </a:r>
            <a:endParaRPr sz="2000">
              <a:solidFill>
                <a:schemeClr val="lt1"/>
              </a:solidFill>
              <a:latin typeface="Trebuchet MS"/>
              <a:ea typeface="Trebuchet MS"/>
              <a:cs typeface="Trebuchet MS"/>
              <a:sym typeface="Trebuchet MS"/>
            </a:endParaRPr>
          </a:p>
        </p:txBody>
      </p:sp>
      <p:sp>
        <p:nvSpPr>
          <p:cNvPr id="89" name="Google Shape;89;p20"/>
          <p:cNvSpPr txBox="1"/>
          <p:nvPr>
            <p:ph idx="4294967295" type="ctrTitle"/>
          </p:nvPr>
        </p:nvSpPr>
        <p:spPr>
          <a:xfrm>
            <a:off x="1153291" y="799948"/>
            <a:ext cx="2411700" cy="715200"/>
          </a:xfrm>
          <a:prstGeom prst="rect">
            <a:avLst/>
          </a:prstGeom>
          <a:noFill/>
          <a:ln>
            <a:noFill/>
          </a:ln>
        </p:spPr>
        <p:txBody>
          <a:bodyPr anchorCtr="0" anchor="ctr" bIns="0" lIns="0" spcFirstLastPara="1" rIns="0" wrap="square" tIns="36000">
            <a:noAutofit/>
          </a:bodyPr>
          <a:lstStyle/>
          <a:p>
            <a:pPr indent="0" lvl="0" marL="0" marR="0" rtl="0" algn="ctr">
              <a:lnSpc>
                <a:spcPct val="80000"/>
              </a:lnSpc>
              <a:spcBef>
                <a:spcPts val="0"/>
              </a:spcBef>
              <a:spcAft>
                <a:spcPts val="0"/>
              </a:spcAft>
              <a:buClr>
                <a:srgbClr val="000000"/>
              </a:buClr>
              <a:buSzPts val="993"/>
              <a:buFont typeface="Arial"/>
              <a:buNone/>
            </a:pPr>
            <a:r>
              <a:rPr lang="en" sz="1700">
                <a:latin typeface="Chakra Petch SemiBold"/>
                <a:ea typeface="Chakra Petch SemiBold"/>
                <a:cs typeface="Chakra Petch SemiBold"/>
                <a:sym typeface="Chakra Petch SemiBold"/>
              </a:rPr>
              <a:t>QUOTE #1</a:t>
            </a:r>
            <a:endParaRPr b="0" i="0" sz="1700" u="none" cap="none" strike="noStrike">
              <a:solidFill>
                <a:schemeClr val="dk1"/>
              </a:solidFill>
              <a:latin typeface="Chakra Petch SemiBold"/>
              <a:ea typeface="Chakra Petch SemiBold"/>
              <a:cs typeface="Chakra Petch SemiBold"/>
              <a:sym typeface="Chakra Petch SemiBo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3" name="Shape 93"/>
        <p:cNvGrpSpPr/>
        <p:nvPr/>
      </p:nvGrpSpPr>
      <p:grpSpPr>
        <a:xfrm>
          <a:off x="0" y="0"/>
          <a:ext cx="0" cy="0"/>
          <a:chOff x="0" y="0"/>
          <a:chExt cx="0" cy="0"/>
        </a:xfrm>
      </p:grpSpPr>
      <p:pic>
        <p:nvPicPr>
          <p:cNvPr id="94" name="Google Shape;94;p21" title="line blanche.png"/>
          <p:cNvPicPr preferRelativeResize="0"/>
          <p:nvPr/>
        </p:nvPicPr>
        <p:blipFill rotWithShape="1">
          <a:blip r:embed="rId4">
            <a:alphaModFix/>
          </a:blip>
          <a:srcRect b="0" l="0" r="0" t="0"/>
          <a:stretch/>
        </p:blipFill>
        <p:spPr>
          <a:xfrm>
            <a:off x="419453" y="289299"/>
            <a:ext cx="8450760" cy="573550"/>
          </a:xfrm>
          <a:prstGeom prst="rect">
            <a:avLst/>
          </a:prstGeom>
          <a:noFill/>
          <a:ln>
            <a:noFill/>
          </a:ln>
        </p:spPr>
      </p:pic>
      <p:sp>
        <p:nvSpPr>
          <p:cNvPr id="95" name="Google Shape;95;p21"/>
          <p:cNvSpPr txBox="1"/>
          <p:nvPr>
            <p:ph idx="4294967295" type="ctrTitle"/>
          </p:nvPr>
        </p:nvSpPr>
        <p:spPr>
          <a:xfrm>
            <a:off x="298175" y="75300"/>
            <a:ext cx="4449600" cy="522600"/>
          </a:xfrm>
          <a:prstGeom prst="rect">
            <a:avLst/>
          </a:prstGeom>
          <a:solidFill>
            <a:srgbClr val="252525"/>
          </a:solid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 sz="2300">
                <a:solidFill>
                  <a:schemeClr val="lt1"/>
                </a:solidFill>
                <a:latin typeface="Chakra Petch"/>
                <a:ea typeface="Chakra Petch"/>
                <a:cs typeface="Chakra Petch"/>
                <a:sym typeface="Chakra Petch"/>
              </a:rPr>
              <a:t>Contrasting Views of Dribbling</a:t>
            </a:r>
            <a:endParaRPr b="1" sz="2300">
              <a:solidFill>
                <a:schemeClr val="lt1"/>
              </a:solidFill>
              <a:latin typeface="Chakra Petch"/>
              <a:ea typeface="Chakra Petch"/>
              <a:cs typeface="Chakra Petch"/>
              <a:sym typeface="Chakra Petch"/>
            </a:endParaRPr>
          </a:p>
        </p:txBody>
      </p:sp>
      <p:grpSp>
        <p:nvGrpSpPr>
          <p:cNvPr id="96" name="Google Shape;96;p21"/>
          <p:cNvGrpSpPr/>
          <p:nvPr/>
        </p:nvGrpSpPr>
        <p:grpSpPr>
          <a:xfrm>
            <a:off x="4747909" y="799897"/>
            <a:ext cx="4122044" cy="4061263"/>
            <a:chOff x="3335340" y="978722"/>
            <a:chExt cx="2619000" cy="3882661"/>
          </a:xfrm>
        </p:grpSpPr>
        <p:sp>
          <p:nvSpPr>
            <p:cNvPr id="97" name="Google Shape;97;p21"/>
            <p:cNvSpPr/>
            <p:nvPr/>
          </p:nvSpPr>
          <p:spPr>
            <a:xfrm rot="10800000">
              <a:off x="3340141" y="1657383"/>
              <a:ext cx="2609700" cy="3204000"/>
            </a:xfrm>
            <a:prstGeom prst="snip1Rect">
              <a:avLst>
                <a:gd fmla="val 9153" name="adj"/>
              </a:avLst>
            </a:prstGeom>
            <a:solidFill>
              <a:srgbClr val="32FE6B">
                <a:alpha val="11760"/>
              </a:srgbClr>
            </a:solidFill>
            <a:ln cap="flat" cmpd="sng" w="9525">
              <a:solidFill>
                <a:srgbClr val="32FE6B"/>
              </a:solidFill>
              <a:prstDash val="solid"/>
              <a:round/>
              <a:headEnd len="sm" w="sm" type="none"/>
              <a:tailEnd len="sm" w="sm" type="none"/>
            </a:ln>
            <a:effectLst>
              <a:outerShdw blurRad="286572" rotWithShape="0" algn="ctr" dist="9552">
                <a:srgbClr val="32FE6B"/>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34"/>
                <a:buFont typeface="Arial"/>
                <a:buNone/>
              </a:pPr>
              <a:r>
                <a:t/>
              </a:r>
              <a:endParaRPr b="1" i="0" sz="1434" u="none" cap="none" strike="noStrike">
                <a:solidFill>
                  <a:schemeClr val="lt1"/>
                </a:solidFill>
                <a:latin typeface="Chakra Petch SemiBold"/>
                <a:ea typeface="Chakra Petch SemiBold"/>
                <a:cs typeface="Chakra Petch SemiBold"/>
                <a:sym typeface="Chakra Petch SemiBold"/>
              </a:endParaRPr>
            </a:p>
          </p:txBody>
        </p:sp>
        <p:sp>
          <p:nvSpPr>
            <p:cNvPr id="98" name="Google Shape;98;p21"/>
            <p:cNvSpPr/>
            <p:nvPr/>
          </p:nvSpPr>
          <p:spPr>
            <a:xfrm>
              <a:off x="3335340" y="978722"/>
              <a:ext cx="2619000" cy="678600"/>
            </a:xfrm>
            <a:prstGeom prst="snip1Rect">
              <a:avLst>
                <a:gd fmla="val 33352" name="adj"/>
              </a:avLst>
            </a:prstGeom>
            <a:gradFill>
              <a:gsLst>
                <a:gs pos="0">
                  <a:srgbClr val="32FE6B"/>
                </a:gs>
                <a:gs pos="100000">
                  <a:srgbClr val="C8FF6A"/>
                </a:gs>
              </a:gsLst>
              <a:lin ang="16198662" scaled="0"/>
            </a:gradFill>
            <a:ln>
              <a:noFill/>
            </a:ln>
          </p:spPr>
          <p:txBody>
            <a:bodyPr anchorCtr="0" anchor="ctr" bIns="91700" lIns="91700" spcFirstLastPara="1" rIns="91700" wrap="square" tIns="91700">
              <a:noAutofit/>
            </a:bodyPr>
            <a:lstStyle/>
            <a:p>
              <a:pPr indent="0" lvl="0" marL="0" marR="0" rtl="0" algn="ctr">
                <a:lnSpc>
                  <a:spcPct val="100000"/>
                </a:lnSpc>
                <a:spcBef>
                  <a:spcPts val="0"/>
                </a:spcBef>
                <a:spcAft>
                  <a:spcPts val="0"/>
                </a:spcAft>
                <a:buClr>
                  <a:srgbClr val="000000"/>
                </a:buClr>
                <a:buSzPts val="1404"/>
                <a:buFont typeface="Arial"/>
                <a:buNone/>
              </a:pPr>
              <a:r>
                <a:t/>
              </a:r>
              <a:endParaRPr b="0" i="0" sz="1404" u="none" cap="none" strike="noStrike">
                <a:solidFill>
                  <a:srgbClr val="000000"/>
                </a:solidFill>
                <a:latin typeface="Arial"/>
                <a:ea typeface="Arial"/>
                <a:cs typeface="Arial"/>
                <a:sym typeface="Arial"/>
              </a:endParaRPr>
            </a:p>
          </p:txBody>
        </p:sp>
      </p:grpSp>
      <p:grpSp>
        <p:nvGrpSpPr>
          <p:cNvPr id="99" name="Google Shape;99;p21"/>
          <p:cNvGrpSpPr/>
          <p:nvPr/>
        </p:nvGrpSpPr>
        <p:grpSpPr>
          <a:xfrm>
            <a:off x="298135" y="799897"/>
            <a:ext cx="4122044" cy="4061263"/>
            <a:chOff x="298153" y="978722"/>
            <a:chExt cx="2619000" cy="3882661"/>
          </a:xfrm>
        </p:grpSpPr>
        <p:sp>
          <p:nvSpPr>
            <p:cNvPr id="100" name="Google Shape;100;p21"/>
            <p:cNvSpPr/>
            <p:nvPr/>
          </p:nvSpPr>
          <p:spPr>
            <a:xfrm rot="10800000">
              <a:off x="302953" y="1657383"/>
              <a:ext cx="2609700" cy="3204000"/>
            </a:xfrm>
            <a:prstGeom prst="snip1Rect">
              <a:avLst>
                <a:gd fmla="val 9153" name="adj"/>
              </a:avLst>
            </a:prstGeom>
            <a:solidFill>
              <a:srgbClr val="32FE6B">
                <a:alpha val="11760"/>
              </a:srgbClr>
            </a:solidFill>
            <a:ln cap="flat" cmpd="sng" w="9525">
              <a:solidFill>
                <a:srgbClr val="32FE6B"/>
              </a:solidFill>
              <a:prstDash val="solid"/>
              <a:round/>
              <a:headEnd len="sm" w="sm" type="none"/>
              <a:tailEnd len="sm" w="sm" type="none"/>
            </a:ln>
            <a:effectLst>
              <a:outerShdw blurRad="286572" rotWithShape="0" algn="ctr" dist="9552">
                <a:srgbClr val="32FE6B"/>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34"/>
                <a:buFont typeface="Arial"/>
                <a:buNone/>
              </a:pPr>
              <a:r>
                <a:t/>
              </a:r>
              <a:endParaRPr b="1" i="0" sz="1434" u="none" cap="none" strike="noStrike">
                <a:solidFill>
                  <a:schemeClr val="lt1"/>
                </a:solidFill>
                <a:latin typeface="Chakra Petch SemiBold"/>
                <a:ea typeface="Chakra Petch SemiBold"/>
                <a:cs typeface="Chakra Petch SemiBold"/>
                <a:sym typeface="Chakra Petch SemiBold"/>
              </a:endParaRPr>
            </a:p>
          </p:txBody>
        </p:sp>
        <p:sp>
          <p:nvSpPr>
            <p:cNvPr id="101" name="Google Shape;101;p21"/>
            <p:cNvSpPr/>
            <p:nvPr/>
          </p:nvSpPr>
          <p:spPr>
            <a:xfrm>
              <a:off x="298153" y="978722"/>
              <a:ext cx="2619000" cy="678600"/>
            </a:xfrm>
            <a:prstGeom prst="snip1Rect">
              <a:avLst>
                <a:gd fmla="val 33352" name="adj"/>
              </a:avLst>
            </a:prstGeom>
            <a:gradFill>
              <a:gsLst>
                <a:gs pos="0">
                  <a:srgbClr val="32FE6B"/>
                </a:gs>
                <a:gs pos="100000">
                  <a:srgbClr val="C8FF6A"/>
                </a:gs>
              </a:gsLst>
              <a:lin ang="16198662" scaled="0"/>
            </a:gradFill>
            <a:ln>
              <a:noFill/>
            </a:ln>
          </p:spPr>
          <p:txBody>
            <a:bodyPr anchorCtr="0" anchor="ctr" bIns="91700" lIns="91700" spcFirstLastPara="1" rIns="91700" wrap="square" tIns="91700">
              <a:noAutofit/>
            </a:bodyPr>
            <a:lstStyle/>
            <a:p>
              <a:pPr indent="0" lvl="0" marL="0" marR="0" rtl="0" algn="ctr">
                <a:lnSpc>
                  <a:spcPct val="100000"/>
                </a:lnSpc>
                <a:spcBef>
                  <a:spcPts val="0"/>
                </a:spcBef>
                <a:spcAft>
                  <a:spcPts val="0"/>
                </a:spcAft>
                <a:buClr>
                  <a:srgbClr val="000000"/>
                </a:buClr>
                <a:buSzPts val="1404"/>
                <a:buFont typeface="Arial"/>
                <a:buNone/>
              </a:pPr>
              <a:r>
                <a:t/>
              </a:r>
              <a:endParaRPr b="0" i="0" sz="1404" u="none" cap="none" strike="noStrike">
                <a:solidFill>
                  <a:srgbClr val="000000"/>
                </a:solidFill>
                <a:latin typeface="Arial"/>
                <a:ea typeface="Arial"/>
                <a:cs typeface="Arial"/>
                <a:sym typeface="Arial"/>
              </a:endParaRPr>
            </a:p>
          </p:txBody>
        </p:sp>
      </p:grpSp>
      <p:sp>
        <p:nvSpPr>
          <p:cNvPr id="102" name="Google Shape;102;p21"/>
          <p:cNvSpPr txBox="1"/>
          <p:nvPr>
            <p:ph idx="4294967295" type="ctrTitle"/>
          </p:nvPr>
        </p:nvSpPr>
        <p:spPr>
          <a:xfrm>
            <a:off x="5603066" y="799948"/>
            <a:ext cx="2411700" cy="715200"/>
          </a:xfrm>
          <a:prstGeom prst="rect">
            <a:avLst/>
          </a:prstGeom>
          <a:noFill/>
          <a:ln>
            <a:noFill/>
          </a:ln>
        </p:spPr>
        <p:txBody>
          <a:bodyPr anchorCtr="0" anchor="ctr" bIns="0" lIns="0" spcFirstLastPara="1" rIns="0" wrap="square" tIns="36000">
            <a:noAutofit/>
          </a:bodyPr>
          <a:lstStyle/>
          <a:p>
            <a:pPr indent="0" lvl="0" marL="0" marR="0" rtl="0" algn="ctr">
              <a:lnSpc>
                <a:spcPct val="80000"/>
              </a:lnSpc>
              <a:spcBef>
                <a:spcPts val="0"/>
              </a:spcBef>
              <a:spcAft>
                <a:spcPts val="0"/>
              </a:spcAft>
              <a:buClr>
                <a:srgbClr val="000000"/>
              </a:buClr>
              <a:buSzPts val="993"/>
              <a:buFont typeface="Arial"/>
              <a:buNone/>
            </a:pPr>
            <a:r>
              <a:rPr lang="en" sz="1700">
                <a:latin typeface="Chakra Petch SemiBold"/>
                <a:ea typeface="Chakra Petch SemiBold"/>
                <a:cs typeface="Chakra Petch SemiBold"/>
                <a:sym typeface="Chakra Petch SemiBold"/>
              </a:rPr>
              <a:t>QUOTE #2</a:t>
            </a:r>
            <a:endParaRPr b="0" i="0" sz="1700" u="none" cap="none" strike="noStrike">
              <a:solidFill>
                <a:schemeClr val="dk1"/>
              </a:solidFill>
              <a:latin typeface="Chakra Petch SemiBold"/>
              <a:ea typeface="Chakra Petch SemiBold"/>
              <a:cs typeface="Chakra Petch SemiBold"/>
              <a:sym typeface="Chakra Petch SemiBold"/>
            </a:endParaRPr>
          </a:p>
        </p:txBody>
      </p:sp>
      <p:sp>
        <p:nvSpPr>
          <p:cNvPr id="103" name="Google Shape;103;p21"/>
          <p:cNvSpPr txBox="1"/>
          <p:nvPr>
            <p:ph idx="4294967295" type="ctrTitle"/>
          </p:nvPr>
        </p:nvSpPr>
        <p:spPr>
          <a:xfrm>
            <a:off x="470500" y="1717200"/>
            <a:ext cx="3777300" cy="299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 sz="2000">
                <a:solidFill>
                  <a:schemeClr val="lt1"/>
                </a:solidFill>
                <a:latin typeface="Trebuchet MS"/>
                <a:ea typeface="Trebuchet MS"/>
                <a:cs typeface="Trebuchet MS"/>
                <a:sym typeface="Trebuchet MS"/>
              </a:rPr>
              <a:t>“Today, without players who dribble, nothing can be done. Attacking a team that is stuck in its own goal, without players who dribble, who do not get you superiority with moves into spaces, is impossible”</a:t>
            </a:r>
            <a:endParaRPr sz="2000">
              <a:solidFill>
                <a:schemeClr val="lt1"/>
              </a:solidFill>
              <a:latin typeface="Trebuchet MS"/>
              <a:ea typeface="Trebuchet MS"/>
              <a:cs typeface="Trebuchet MS"/>
              <a:sym typeface="Trebuchet MS"/>
            </a:endParaRPr>
          </a:p>
          <a:p>
            <a:pPr indent="0" lvl="0" marL="0" rtl="0" algn="l">
              <a:spcBef>
                <a:spcPts val="0"/>
              </a:spcBef>
              <a:spcAft>
                <a:spcPts val="0"/>
              </a:spcAft>
              <a:buClr>
                <a:schemeClr val="dk1"/>
              </a:buClr>
              <a:buSzPts val="1100"/>
              <a:buFont typeface="Arial"/>
              <a:buNone/>
            </a:pPr>
            <a:r>
              <a:t/>
            </a:r>
            <a:endParaRPr sz="2000">
              <a:solidFill>
                <a:schemeClr val="lt1"/>
              </a:solidFill>
              <a:latin typeface="Trebuchet MS"/>
              <a:ea typeface="Trebuchet MS"/>
              <a:cs typeface="Trebuchet MS"/>
              <a:sym typeface="Trebuchet MS"/>
            </a:endParaRPr>
          </a:p>
          <a:p>
            <a:pPr indent="0" lvl="0" marL="0" rtl="0" algn="ctr">
              <a:spcBef>
                <a:spcPts val="0"/>
              </a:spcBef>
              <a:spcAft>
                <a:spcPts val="0"/>
              </a:spcAft>
              <a:buClr>
                <a:schemeClr val="dk1"/>
              </a:buClr>
              <a:buSzPts val="1100"/>
              <a:buFont typeface="Arial"/>
              <a:buNone/>
            </a:pPr>
            <a:r>
              <a:t/>
            </a:r>
            <a:endParaRPr sz="2000">
              <a:solidFill>
                <a:schemeClr val="lt1"/>
              </a:solidFill>
              <a:latin typeface="Trebuchet MS"/>
              <a:ea typeface="Trebuchet MS"/>
              <a:cs typeface="Trebuchet MS"/>
              <a:sym typeface="Trebuchet MS"/>
            </a:endParaRPr>
          </a:p>
          <a:p>
            <a:pPr indent="0" lvl="0" marL="0" marR="0" rtl="0" algn="ctr">
              <a:lnSpc>
                <a:spcPct val="100000"/>
              </a:lnSpc>
              <a:spcBef>
                <a:spcPts val="0"/>
              </a:spcBef>
              <a:spcAft>
                <a:spcPts val="0"/>
              </a:spcAft>
              <a:buClr>
                <a:schemeClr val="dk1"/>
              </a:buClr>
              <a:buSzPts val="947"/>
              <a:buFont typeface="Arial"/>
              <a:buNone/>
            </a:pPr>
            <a:r>
              <a:rPr lang="en" sz="2000">
                <a:solidFill>
                  <a:schemeClr val="lt1"/>
                </a:solidFill>
                <a:latin typeface="Trebuchet MS"/>
                <a:ea typeface="Trebuchet MS"/>
                <a:cs typeface="Trebuchet MS"/>
                <a:sym typeface="Trebuchet MS"/>
              </a:rPr>
              <a:t>Pep Guardiola</a:t>
            </a:r>
            <a:endParaRPr sz="2000">
              <a:solidFill>
                <a:schemeClr val="lt1"/>
              </a:solidFill>
              <a:latin typeface="Trebuchet MS"/>
              <a:ea typeface="Trebuchet MS"/>
              <a:cs typeface="Trebuchet MS"/>
              <a:sym typeface="Trebuchet MS"/>
            </a:endParaRPr>
          </a:p>
        </p:txBody>
      </p:sp>
      <p:sp>
        <p:nvSpPr>
          <p:cNvPr id="104" name="Google Shape;104;p21"/>
          <p:cNvSpPr txBox="1"/>
          <p:nvPr>
            <p:ph idx="4294967295" type="ctrTitle"/>
          </p:nvPr>
        </p:nvSpPr>
        <p:spPr>
          <a:xfrm>
            <a:off x="4920275" y="1717200"/>
            <a:ext cx="3777300" cy="299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 sz="2000">
                <a:solidFill>
                  <a:schemeClr val="lt1"/>
                </a:solidFill>
                <a:latin typeface="Trebuchet MS"/>
                <a:ea typeface="Trebuchet MS"/>
                <a:cs typeface="Trebuchet MS"/>
                <a:sym typeface="Trebuchet MS"/>
              </a:rPr>
              <a:t>“If I play with one or two touches within a second or two to you, you know exactly what will happen. It’s communication. It’s talking. If a player runs and dribbles with the ball all the time, no one knows what will happen”</a:t>
            </a:r>
            <a:endParaRPr sz="2000">
              <a:solidFill>
                <a:schemeClr val="lt1"/>
              </a:solidFill>
              <a:latin typeface="Trebuchet MS"/>
              <a:ea typeface="Trebuchet MS"/>
              <a:cs typeface="Trebuchet MS"/>
              <a:sym typeface="Trebuchet MS"/>
            </a:endParaRPr>
          </a:p>
          <a:p>
            <a:pPr indent="0" lvl="0" marL="0" rtl="0" algn="ctr">
              <a:spcBef>
                <a:spcPts val="0"/>
              </a:spcBef>
              <a:spcAft>
                <a:spcPts val="0"/>
              </a:spcAft>
              <a:buClr>
                <a:schemeClr val="dk1"/>
              </a:buClr>
              <a:buSzPts val="1100"/>
              <a:buFont typeface="Arial"/>
              <a:buNone/>
            </a:pPr>
            <a:r>
              <a:t/>
            </a:r>
            <a:endParaRPr sz="2000">
              <a:solidFill>
                <a:schemeClr val="lt1"/>
              </a:solidFill>
              <a:latin typeface="Trebuchet MS"/>
              <a:ea typeface="Trebuchet MS"/>
              <a:cs typeface="Trebuchet MS"/>
              <a:sym typeface="Trebuchet MS"/>
            </a:endParaRPr>
          </a:p>
          <a:p>
            <a:pPr indent="0" lvl="0" marL="0" marR="0" rtl="0" algn="ctr">
              <a:lnSpc>
                <a:spcPct val="100000"/>
              </a:lnSpc>
              <a:spcBef>
                <a:spcPts val="0"/>
              </a:spcBef>
              <a:spcAft>
                <a:spcPts val="0"/>
              </a:spcAft>
              <a:buClr>
                <a:schemeClr val="dk1"/>
              </a:buClr>
              <a:buSzPts val="947"/>
              <a:buFont typeface="Arial"/>
              <a:buNone/>
            </a:pPr>
            <a:r>
              <a:rPr lang="en" sz="2000">
                <a:solidFill>
                  <a:schemeClr val="lt1"/>
                </a:solidFill>
                <a:latin typeface="Trebuchet MS"/>
                <a:ea typeface="Trebuchet MS"/>
                <a:cs typeface="Trebuchet MS"/>
                <a:sym typeface="Trebuchet MS"/>
              </a:rPr>
              <a:t>Jon Dahl Tomasson</a:t>
            </a:r>
            <a:endParaRPr sz="2000">
              <a:solidFill>
                <a:schemeClr val="lt1"/>
              </a:solidFill>
              <a:latin typeface="Trebuchet MS"/>
              <a:ea typeface="Trebuchet MS"/>
              <a:cs typeface="Trebuchet MS"/>
              <a:sym typeface="Trebuchet MS"/>
            </a:endParaRPr>
          </a:p>
        </p:txBody>
      </p:sp>
      <p:sp>
        <p:nvSpPr>
          <p:cNvPr id="105" name="Google Shape;105;p21"/>
          <p:cNvSpPr txBox="1"/>
          <p:nvPr>
            <p:ph idx="4294967295" type="ctrTitle"/>
          </p:nvPr>
        </p:nvSpPr>
        <p:spPr>
          <a:xfrm>
            <a:off x="1153291" y="799948"/>
            <a:ext cx="2411700" cy="715200"/>
          </a:xfrm>
          <a:prstGeom prst="rect">
            <a:avLst/>
          </a:prstGeom>
          <a:noFill/>
          <a:ln>
            <a:noFill/>
          </a:ln>
        </p:spPr>
        <p:txBody>
          <a:bodyPr anchorCtr="0" anchor="ctr" bIns="0" lIns="0" spcFirstLastPara="1" rIns="0" wrap="square" tIns="36000">
            <a:noAutofit/>
          </a:bodyPr>
          <a:lstStyle/>
          <a:p>
            <a:pPr indent="0" lvl="0" marL="0" marR="0" rtl="0" algn="ctr">
              <a:lnSpc>
                <a:spcPct val="80000"/>
              </a:lnSpc>
              <a:spcBef>
                <a:spcPts val="0"/>
              </a:spcBef>
              <a:spcAft>
                <a:spcPts val="0"/>
              </a:spcAft>
              <a:buClr>
                <a:srgbClr val="000000"/>
              </a:buClr>
              <a:buSzPts val="993"/>
              <a:buFont typeface="Arial"/>
              <a:buNone/>
            </a:pPr>
            <a:r>
              <a:rPr lang="en" sz="1700">
                <a:latin typeface="Chakra Petch SemiBold"/>
                <a:ea typeface="Chakra Petch SemiBold"/>
                <a:cs typeface="Chakra Petch SemiBold"/>
                <a:sym typeface="Chakra Petch SemiBold"/>
              </a:rPr>
              <a:t>QUOTE #1</a:t>
            </a:r>
            <a:endParaRPr b="0" i="0" sz="1700" u="none" cap="none" strike="noStrike">
              <a:solidFill>
                <a:schemeClr val="dk1"/>
              </a:solidFill>
              <a:latin typeface="Chakra Petch SemiBold"/>
              <a:ea typeface="Chakra Petch SemiBold"/>
              <a:cs typeface="Chakra Petch SemiBold"/>
              <a:sym typeface="Chakra Petch SemiBo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9" name="Shape 109"/>
        <p:cNvGrpSpPr/>
        <p:nvPr/>
      </p:nvGrpSpPr>
      <p:grpSpPr>
        <a:xfrm>
          <a:off x="0" y="0"/>
          <a:ext cx="0" cy="0"/>
          <a:chOff x="0" y="0"/>
          <a:chExt cx="0" cy="0"/>
        </a:xfrm>
      </p:grpSpPr>
      <p:pic>
        <p:nvPicPr>
          <p:cNvPr id="110" name="Google Shape;110;p22" title="line blanche.png"/>
          <p:cNvPicPr preferRelativeResize="0"/>
          <p:nvPr/>
        </p:nvPicPr>
        <p:blipFill rotWithShape="1">
          <a:blip r:embed="rId4">
            <a:alphaModFix/>
          </a:blip>
          <a:srcRect b="0" l="0" r="0" t="0"/>
          <a:stretch/>
        </p:blipFill>
        <p:spPr>
          <a:xfrm>
            <a:off x="419453" y="289299"/>
            <a:ext cx="8450760" cy="573550"/>
          </a:xfrm>
          <a:prstGeom prst="rect">
            <a:avLst/>
          </a:prstGeom>
          <a:noFill/>
          <a:ln>
            <a:noFill/>
          </a:ln>
        </p:spPr>
      </p:pic>
      <p:sp>
        <p:nvSpPr>
          <p:cNvPr id="111" name="Google Shape;111;p22"/>
          <p:cNvSpPr txBox="1"/>
          <p:nvPr>
            <p:ph idx="4294967295" type="ctrTitle"/>
          </p:nvPr>
        </p:nvSpPr>
        <p:spPr>
          <a:xfrm>
            <a:off x="298175" y="75300"/>
            <a:ext cx="3988200" cy="522600"/>
          </a:xfrm>
          <a:prstGeom prst="rect">
            <a:avLst/>
          </a:prstGeom>
          <a:solidFill>
            <a:srgbClr val="25252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800"/>
              <a:buFont typeface="Arial"/>
              <a:buNone/>
            </a:pPr>
            <a:r>
              <a:rPr b="1" lang="en" sz="2300">
                <a:solidFill>
                  <a:schemeClr val="lt1"/>
                </a:solidFill>
                <a:latin typeface="Chakra Petch"/>
                <a:ea typeface="Chakra Petch"/>
                <a:cs typeface="Chakra Petch"/>
                <a:sym typeface="Chakra Petch"/>
              </a:rPr>
              <a:t>Dribbling as a Team Action</a:t>
            </a:r>
            <a:endParaRPr b="1" i="0" sz="2300" u="none" cap="none" strike="noStrike">
              <a:solidFill>
                <a:schemeClr val="lt1"/>
              </a:solidFill>
              <a:latin typeface="Chakra Petch"/>
              <a:ea typeface="Chakra Petch"/>
              <a:cs typeface="Chakra Petch"/>
              <a:sym typeface="Chakra Petch"/>
            </a:endParaRPr>
          </a:p>
        </p:txBody>
      </p:sp>
      <p:sp>
        <p:nvSpPr>
          <p:cNvPr id="112" name="Google Shape;112;p22"/>
          <p:cNvSpPr txBox="1"/>
          <p:nvPr/>
        </p:nvSpPr>
        <p:spPr>
          <a:xfrm>
            <a:off x="298150" y="799950"/>
            <a:ext cx="8572200" cy="4061400"/>
          </a:xfrm>
          <a:prstGeom prst="rect">
            <a:avLst/>
          </a:prstGeom>
          <a:noFill/>
          <a:ln>
            <a:noFill/>
          </a:ln>
        </p:spPr>
        <p:txBody>
          <a:bodyPr anchorCtr="0" anchor="ctr" bIns="45700" lIns="91425" spcFirstLastPara="1" rIns="91425" wrap="square" tIns="45700">
            <a:noAutofit/>
          </a:bodyPr>
          <a:lstStyle/>
          <a:p>
            <a:pPr indent="-361950" lvl="0" marL="457200" rtl="0" algn="l">
              <a:spcBef>
                <a:spcPts val="1000"/>
              </a:spcBef>
              <a:spcAft>
                <a:spcPts val="0"/>
              </a:spcAft>
              <a:buClr>
                <a:schemeClr val="lt1"/>
              </a:buClr>
              <a:buSzPts val="2100"/>
              <a:buChar char="●"/>
            </a:pPr>
            <a:r>
              <a:rPr lang="en" sz="2100">
                <a:solidFill>
                  <a:schemeClr val="lt1"/>
                </a:solidFill>
                <a:latin typeface="Trebuchet MS"/>
                <a:ea typeface="Trebuchet MS"/>
                <a:cs typeface="Trebuchet MS"/>
                <a:sym typeface="Trebuchet MS"/>
              </a:rPr>
              <a:t>Dribbling often considered solely an individual action</a:t>
            </a:r>
            <a:endParaRPr sz="2100">
              <a:solidFill>
                <a:schemeClr val="lt1"/>
              </a:solidFill>
              <a:latin typeface="Trebuchet MS"/>
              <a:ea typeface="Trebuchet MS"/>
              <a:cs typeface="Trebuchet MS"/>
              <a:sym typeface="Trebuchet MS"/>
            </a:endParaRPr>
          </a:p>
          <a:p>
            <a:pPr indent="0" lvl="0" marL="0" rtl="0" algn="l">
              <a:spcBef>
                <a:spcPts val="1000"/>
              </a:spcBef>
              <a:spcAft>
                <a:spcPts val="0"/>
              </a:spcAft>
              <a:buNone/>
            </a:pPr>
            <a:r>
              <a:t/>
            </a:r>
            <a:endParaRPr sz="2100">
              <a:solidFill>
                <a:schemeClr val="lt1"/>
              </a:solidFill>
              <a:latin typeface="Trebuchet MS"/>
              <a:ea typeface="Trebuchet MS"/>
              <a:cs typeface="Trebuchet MS"/>
              <a:sym typeface="Trebuchet MS"/>
            </a:endParaRPr>
          </a:p>
          <a:p>
            <a:pPr indent="-361950" lvl="0" marL="457200" rtl="0" algn="l">
              <a:spcBef>
                <a:spcPts val="1000"/>
              </a:spcBef>
              <a:spcAft>
                <a:spcPts val="0"/>
              </a:spcAft>
              <a:buClr>
                <a:schemeClr val="lt1"/>
              </a:buClr>
              <a:buSzPts val="2100"/>
              <a:buChar char="●"/>
            </a:pPr>
            <a:r>
              <a:rPr lang="en" sz="2100">
                <a:solidFill>
                  <a:schemeClr val="lt1"/>
                </a:solidFill>
                <a:latin typeface="Trebuchet MS"/>
                <a:ea typeface="Trebuchet MS"/>
                <a:cs typeface="Trebuchet MS"/>
                <a:sym typeface="Trebuchet MS"/>
              </a:rPr>
              <a:t>Yet, dribbling occurs within a dynamic game</a:t>
            </a:r>
            <a:endParaRPr sz="2100">
              <a:solidFill>
                <a:schemeClr val="lt1"/>
              </a:solidFill>
              <a:latin typeface="Trebuchet MS"/>
              <a:ea typeface="Trebuchet MS"/>
              <a:cs typeface="Trebuchet MS"/>
              <a:sym typeface="Trebuchet MS"/>
            </a:endParaRPr>
          </a:p>
          <a:p>
            <a:pPr indent="0" lvl="0" marL="0" rtl="0" algn="l">
              <a:spcBef>
                <a:spcPts val="1000"/>
              </a:spcBef>
              <a:spcAft>
                <a:spcPts val="0"/>
              </a:spcAft>
              <a:buNone/>
            </a:pPr>
            <a:r>
              <a:t/>
            </a:r>
            <a:endParaRPr sz="2100">
              <a:solidFill>
                <a:schemeClr val="lt1"/>
              </a:solidFill>
              <a:latin typeface="Trebuchet MS"/>
              <a:ea typeface="Trebuchet MS"/>
              <a:cs typeface="Trebuchet MS"/>
              <a:sym typeface="Trebuchet MS"/>
            </a:endParaRPr>
          </a:p>
          <a:p>
            <a:pPr indent="0" lvl="0" marL="0" rtl="0" algn="l">
              <a:spcBef>
                <a:spcPts val="1000"/>
              </a:spcBef>
              <a:spcAft>
                <a:spcPts val="0"/>
              </a:spcAft>
              <a:buNone/>
            </a:pPr>
            <a:r>
              <a:t/>
            </a:r>
            <a:endParaRPr sz="2100">
              <a:solidFill>
                <a:schemeClr val="lt1"/>
              </a:solidFill>
              <a:latin typeface="Trebuchet MS"/>
              <a:ea typeface="Trebuchet MS"/>
              <a:cs typeface="Trebuchet MS"/>
              <a:sym typeface="Trebuchet MS"/>
            </a:endParaRPr>
          </a:p>
          <a:p>
            <a:pPr indent="0" lvl="0" marL="0" rtl="0" algn="ctr">
              <a:spcBef>
                <a:spcPts val="1000"/>
              </a:spcBef>
              <a:spcAft>
                <a:spcPts val="0"/>
              </a:spcAft>
              <a:buNone/>
            </a:pPr>
            <a:r>
              <a:rPr i="1" lang="en" sz="2100">
                <a:solidFill>
                  <a:schemeClr val="lt1"/>
                </a:solidFill>
                <a:latin typeface="Trebuchet MS"/>
                <a:ea typeface="Trebuchet MS"/>
                <a:cs typeface="Trebuchet MS"/>
                <a:sym typeface="Trebuchet MS"/>
              </a:rPr>
              <a:t>What if there is more to dribbling success than individual skill? </a:t>
            </a:r>
            <a:endParaRPr i="1" sz="2100">
              <a:solidFill>
                <a:schemeClr val="lt1"/>
              </a:solidFill>
              <a:latin typeface="Trebuchet MS"/>
              <a:ea typeface="Trebuchet MS"/>
              <a:cs typeface="Trebuchet MS"/>
              <a:sym typeface="Trebuchet MS"/>
            </a:endParaRPr>
          </a:p>
          <a:p>
            <a:pPr indent="0" lvl="0" marL="0" marR="0" rtl="0" algn="l">
              <a:lnSpc>
                <a:spcPct val="100000"/>
              </a:lnSpc>
              <a:spcBef>
                <a:spcPts val="1000"/>
              </a:spcBef>
              <a:spcAft>
                <a:spcPts val="1000"/>
              </a:spcAft>
              <a:buNone/>
            </a:pPr>
            <a:r>
              <a:t/>
            </a:r>
            <a:endParaRPr sz="2100">
              <a:solidFill>
                <a:schemeClr val="lt1"/>
              </a:solidFill>
              <a:latin typeface="Trebuchet MS"/>
              <a:ea typeface="Trebuchet MS"/>
              <a:cs typeface="Trebuchet MS"/>
              <a:sym typeface="Trebuchet M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6" name="Shape 116"/>
        <p:cNvGrpSpPr/>
        <p:nvPr/>
      </p:nvGrpSpPr>
      <p:grpSpPr>
        <a:xfrm>
          <a:off x="0" y="0"/>
          <a:ext cx="0" cy="0"/>
          <a:chOff x="0" y="0"/>
          <a:chExt cx="0" cy="0"/>
        </a:xfrm>
      </p:grpSpPr>
      <p:pic>
        <p:nvPicPr>
          <p:cNvPr id="117" name="Google Shape;117;p23" title="line blanche.png"/>
          <p:cNvPicPr preferRelativeResize="0"/>
          <p:nvPr/>
        </p:nvPicPr>
        <p:blipFill rotWithShape="1">
          <a:blip r:embed="rId4">
            <a:alphaModFix/>
          </a:blip>
          <a:srcRect b="0" l="0" r="0" t="0"/>
          <a:stretch/>
        </p:blipFill>
        <p:spPr>
          <a:xfrm>
            <a:off x="419453" y="289299"/>
            <a:ext cx="8450760" cy="573550"/>
          </a:xfrm>
          <a:prstGeom prst="rect">
            <a:avLst/>
          </a:prstGeom>
          <a:noFill/>
          <a:ln>
            <a:noFill/>
          </a:ln>
        </p:spPr>
      </p:pic>
      <p:sp>
        <p:nvSpPr>
          <p:cNvPr id="118" name="Google Shape;118;p23"/>
          <p:cNvSpPr txBox="1"/>
          <p:nvPr>
            <p:ph idx="4294967295" type="ctrTitle"/>
          </p:nvPr>
        </p:nvSpPr>
        <p:spPr>
          <a:xfrm>
            <a:off x="298175" y="75300"/>
            <a:ext cx="5515500" cy="522600"/>
          </a:xfrm>
          <a:prstGeom prst="rect">
            <a:avLst/>
          </a:prstGeom>
          <a:solidFill>
            <a:srgbClr val="25252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800"/>
              <a:buFont typeface="Arial"/>
              <a:buNone/>
            </a:pPr>
            <a:r>
              <a:rPr b="1" lang="en" sz="2300">
                <a:solidFill>
                  <a:schemeClr val="lt1"/>
                </a:solidFill>
                <a:latin typeface="Chakra Petch"/>
                <a:ea typeface="Chakra Petch"/>
                <a:cs typeface="Chakra Petch"/>
                <a:sym typeface="Chakra Petch"/>
              </a:rPr>
              <a:t>Off-Ball Runs and Dribbling Outcomes</a:t>
            </a:r>
            <a:endParaRPr b="1" i="0" sz="2300" u="none" cap="none" strike="noStrike">
              <a:solidFill>
                <a:schemeClr val="lt1"/>
              </a:solidFill>
              <a:latin typeface="Chakra Petch"/>
              <a:ea typeface="Chakra Petch"/>
              <a:cs typeface="Chakra Petch"/>
              <a:sym typeface="Chakra Petch"/>
            </a:endParaRPr>
          </a:p>
        </p:txBody>
      </p:sp>
      <p:sp>
        <p:nvSpPr>
          <p:cNvPr id="119" name="Google Shape;119;p23"/>
          <p:cNvSpPr/>
          <p:nvPr/>
        </p:nvSpPr>
        <p:spPr>
          <a:xfrm>
            <a:off x="298325" y="4017250"/>
            <a:ext cx="8571900" cy="844200"/>
          </a:xfrm>
          <a:prstGeom prst="snip2DiagRect">
            <a:avLst>
              <a:gd fmla="val 0" name="adj1"/>
              <a:gd fmla="val 28393" name="adj2"/>
            </a:avLst>
          </a:prstGeom>
          <a:gradFill>
            <a:gsLst>
              <a:gs pos="0">
                <a:srgbClr val="32FE6B"/>
              </a:gs>
              <a:gs pos="100000">
                <a:srgbClr val="C8FF6A"/>
              </a:gs>
            </a:gsLst>
            <a:lin ang="18900044" scaled="0"/>
          </a:gradFill>
          <a:ln>
            <a:noFill/>
          </a:ln>
          <a:effectLst>
            <a:outerShdw blurRad="357188" rotWithShape="0" algn="ctr">
              <a:srgbClr val="32FF6A">
                <a:alpha val="32940"/>
              </a:srgbClr>
            </a:outerShdw>
          </a:effectLst>
        </p:spPr>
        <p:txBody>
          <a:bodyPr anchorCtr="0" anchor="ctr" bIns="32700" lIns="65350" spcFirstLastPara="1" rIns="65350" wrap="square" tIns="32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23"/>
          <p:cNvSpPr txBox="1"/>
          <p:nvPr>
            <p:ph idx="4294967295" type="ctrTitle"/>
          </p:nvPr>
        </p:nvSpPr>
        <p:spPr>
          <a:xfrm>
            <a:off x="1293000" y="4017250"/>
            <a:ext cx="7285200" cy="844200"/>
          </a:xfrm>
          <a:prstGeom prst="rect">
            <a:avLst/>
          </a:prstGeom>
          <a:noFill/>
          <a:ln>
            <a:noFill/>
          </a:ln>
        </p:spPr>
        <p:txBody>
          <a:bodyPr anchorCtr="0" anchor="ctr" bIns="87175" lIns="87175" spcFirstLastPara="1" rIns="87175" wrap="square" tIns="87175">
            <a:noAutofit/>
          </a:bodyPr>
          <a:lstStyle/>
          <a:p>
            <a:pPr indent="0" lvl="0" marL="0" rtl="0" algn="l">
              <a:lnSpc>
                <a:spcPct val="115000"/>
              </a:lnSpc>
              <a:spcBef>
                <a:spcPts val="0"/>
              </a:spcBef>
              <a:spcAft>
                <a:spcPts val="0"/>
              </a:spcAft>
              <a:buClr>
                <a:schemeClr val="dk1"/>
              </a:buClr>
              <a:buSzPts val="1100"/>
              <a:buFont typeface="Arial"/>
              <a:buNone/>
            </a:pPr>
            <a:r>
              <a:rPr b="1" lang="en" sz="1629">
                <a:latin typeface="Chakra Petch"/>
                <a:ea typeface="Chakra Petch"/>
                <a:cs typeface="Chakra Petch"/>
                <a:sym typeface="Chakra Petch"/>
              </a:rPr>
              <a:t>Dribbling Success = </a:t>
            </a:r>
            <a:r>
              <a:rPr lang="en" sz="1410">
                <a:latin typeface="Chakra Petch"/>
                <a:ea typeface="Chakra Petch"/>
                <a:cs typeface="Chakra Petch"/>
                <a:sym typeface="Chakra Petch"/>
              </a:rPr>
              <a:t>Ball Retention or Ball Progression (Yes/No)</a:t>
            </a:r>
            <a:endParaRPr b="1" sz="1030">
              <a:latin typeface="Chakra Petch"/>
              <a:ea typeface="Chakra Petch"/>
              <a:cs typeface="Chakra Petch"/>
              <a:sym typeface="Chakra Petch"/>
            </a:endParaRPr>
          </a:p>
        </p:txBody>
      </p:sp>
      <p:pic>
        <p:nvPicPr>
          <p:cNvPr id="121" name="Google Shape;121;p23"/>
          <p:cNvPicPr preferRelativeResize="0"/>
          <p:nvPr/>
        </p:nvPicPr>
        <p:blipFill rotWithShape="1">
          <a:blip r:embed="rId5">
            <a:alphaModFix/>
          </a:blip>
          <a:srcRect b="0" l="0" r="0" t="0"/>
          <a:stretch/>
        </p:blipFill>
        <p:spPr>
          <a:xfrm>
            <a:off x="594015" y="4241639"/>
            <a:ext cx="567376" cy="415372"/>
          </a:xfrm>
          <a:prstGeom prst="rect">
            <a:avLst/>
          </a:prstGeom>
          <a:noFill/>
          <a:ln>
            <a:noFill/>
          </a:ln>
        </p:spPr>
      </p:pic>
      <p:sp>
        <p:nvSpPr>
          <p:cNvPr id="122" name="Google Shape;122;p23"/>
          <p:cNvSpPr txBox="1"/>
          <p:nvPr/>
        </p:nvSpPr>
        <p:spPr>
          <a:xfrm>
            <a:off x="298475" y="799950"/>
            <a:ext cx="8571900" cy="3045000"/>
          </a:xfrm>
          <a:prstGeom prst="rect">
            <a:avLst/>
          </a:prstGeom>
          <a:noFill/>
          <a:ln>
            <a:noFill/>
          </a:ln>
        </p:spPr>
        <p:txBody>
          <a:bodyPr anchorCtr="0" anchor="ctr" bIns="45700" lIns="91425" spcFirstLastPara="1" rIns="91425" wrap="square" tIns="45700">
            <a:noAutofit/>
          </a:bodyPr>
          <a:lstStyle/>
          <a:p>
            <a:pPr indent="0" lvl="0" marL="0" rtl="0" algn="l">
              <a:spcBef>
                <a:spcPts val="1000"/>
              </a:spcBef>
              <a:spcAft>
                <a:spcPts val="0"/>
              </a:spcAft>
              <a:buClr>
                <a:schemeClr val="dk1"/>
              </a:buClr>
              <a:buSzPts val="1100"/>
              <a:buFont typeface="Arial"/>
              <a:buNone/>
            </a:pPr>
            <a:r>
              <a:rPr lang="en" sz="2800">
                <a:solidFill>
                  <a:schemeClr val="lt1"/>
                </a:solidFill>
                <a:latin typeface="Chakra Petch SemiBold"/>
                <a:ea typeface="Chakra Petch SemiBold"/>
                <a:cs typeface="Chakra Petch SemiBold"/>
                <a:sym typeface="Chakra Petch SemiBold"/>
              </a:rPr>
              <a:t>Research Questions</a:t>
            </a:r>
            <a:endParaRPr sz="2800">
              <a:solidFill>
                <a:schemeClr val="lt1"/>
              </a:solidFill>
              <a:latin typeface="Chakra Petch SemiBold"/>
              <a:ea typeface="Chakra Petch SemiBold"/>
              <a:cs typeface="Chakra Petch SemiBold"/>
              <a:sym typeface="Chakra Petch SemiBold"/>
            </a:endParaRPr>
          </a:p>
          <a:p>
            <a:pPr indent="-368300" lvl="0" marL="457200" rtl="0" algn="l">
              <a:spcBef>
                <a:spcPts val="1000"/>
              </a:spcBef>
              <a:spcAft>
                <a:spcPts val="0"/>
              </a:spcAft>
              <a:buClr>
                <a:schemeClr val="lt1"/>
              </a:buClr>
              <a:buSzPts val="2200"/>
              <a:buFont typeface="Trebuchet MS"/>
              <a:buAutoNum type="arabicPeriod"/>
            </a:pPr>
            <a:r>
              <a:rPr lang="en" sz="2200">
                <a:solidFill>
                  <a:schemeClr val="lt1"/>
                </a:solidFill>
                <a:latin typeface="Trebuchet MS"/>
                <a:ea typeface="Trebuchet MS"/>
                <a:cs typeface="Trebuchet MS"/>
                <a:sym typeface="Trebuchet MS"/>
              </a:rPr>
              <a:t>How do individual off-ball runs impact dribbling success?</a:t>
            </a:r>
            <a:endParaRPr sz="2200">
              <a:solidFill>
                <a:schemeClr val="lt1"/>
              </a:solidFill>
              <a:latin typeface="Trebuchet MS"/>
              <a:ea typeface="Trebuchet MS"/>
              <a:cs typeface="Trebuchet MS"/>
              <a:sym typeface="Trebuchet MS"/>
            </a:endParaRPr>
          </a:p>
          <a:p>
            <a:pPr indent="-368300" lvl="0" marL="457200" rtl="0" algn="l">
              <a:spcBef>
                <a:spcPts val="1000"/>
              </a:spcBef>
              <a:spcAft>
                <a:spcPts val="0"/>
              </a:spcAft>
              <a:buClr>
                <a:schemeClr val="lt1"/>
              </a:buClr>
              <a:buSzPts val="2200"/>
              <a:buFont typeface="Trebuchet MS"/>
              <a:buAutoNum type="arabicPeriod"/>
            </a:pPr>
            <a:r>
              <a:rPr lang="en" sz="2200">
                <a:solidFill>
                  <a:schemeClr val="lt1"/>
                </a:solidFill>
                <a:latin typeface="Trebuchet MS"/>
                <a:ea typeface="Trebuchet MS"/>
                <a:cs typeface="Trebuchet MS"/>
                <a:sym typeface="Trebuchet MS"/>
              </a:rPr>
              <a:t>How are dribbling outcomes impacted by the collective off-ball movement of teammates?</a:t>
            </a:r>
            <a:endParaRPr sz="2200">
              <a:solidFill>
                <a:schemeClr val="lt1"/>
              </a:solidFill>
              <a:latin typeface="Trebuchet MS"/>
              <a:ea typeface="Trebuchet MS"/>
              <a:cs typeface="Trebuchet MS"/>
              <a:sym typeface="Trebuchet MS"/>
            </a:endParaRPr>
          </a:p>
          <a:p>
            <a:pPr indent="0" lvl="0" marL="0" rtl="0" algn="l">
              <a:spcBef>
                <a:spcPts val="1000"/>
              </a:spcBef>
              <a:spcAft>
                <a:spcPts val="0"/>
              </a:spcAft>
              <a:buClr>
                <a:schemeClr val="dk1"/>
              </a:buClr>
              <a:buSzPts val="1100"/>
              <a:buFont typeface="Arial"/>
              <a:buNone/>
            </a:pPr>
            <a:r>
              <a:t/>
            </a:r>
            <a:endParaRPr sz="1600">
              <a:solidFill>
                <a:schemeClr val="lt1"/>
              </a:solidFill>
              <a:latin typeface="Trebuchet MS"/>
              <a:ea typeface="Trebuchet MS"/>
              <a:cs typeface="Trebuchet MS"/>
              <a:sym typeface="Trebuchet MS"/>
            </a:endParaRPr>
          </a:p>
          <a:p>
            <a:pPr indent="0" lvl="0" marL="0" marR="0" rtl="0" algn="l">
              <a:lnSpc>
                <a:spcPct val="100000"/>
              </a:lnSpc>
              <a:spcBef>
                <a:spcPts val="1000"/>
              </a:spcBef>
              <a:spcAft>
                <a:spcPts val="1000"/>
              </a:spcAft>
              <a:buNone/>
            </a:pPr>
            <a:r>
              <a:t/>
            </a:r>
            <a:endParaRPr sz="1600">
              <a:solidFill>
                <a:schemeClr val="lt1"/>
              </a:solidFill>
              <a:latin typeface="Trebuchet MS"/>
              <a:ea typeface="Trebuchet MS"/>
              <a:cs typeface="Trebuchet MS"/>
              <a:sym typeface="Trebuchet M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6" name="Shape 126"/>
        <p:cNvGrpSpPr/>
        <p:nvPr/>
      </p:nvGrpSpPr>
      <p:grpSpPr>
        <a:xfrm>
          <a:off x="0" y="0"/>
          <a:ext cx="0" cy="0"/>
          <a:chOff x="0" y="0"/>
          <a:chExt cx="0" cy="0"/>
        </a:xfrm>
      </p:grpSpPr>
      <p:grpSp>
        <p:nvGrpSpPr>
          <p:cNvPr id="127" name="Google Shape;127;p24"/>
          <p:cNvGrpSpPr/>
          <p:nvPr/>
        </p:nvGrpSpPr>
        <p:grpSpPr>
          <a:xfrm>
            <a:off x="298150" y="1083898"/>
            <a:ext cx="2619000" cy="2680589"/>
            <a:chOff x="298153" y="978722"/>
            <a:chExt cx="2619000" cy="3882661"/>
          </a:xfrm>
        </p:grpSpPr>
        <p:sp>
          <p:nvSpPr>
            <p:cNvPr id="128" name="Google Shape;128;p24"/>
            <p:cNvSpPr/>
            <p:nvPr/>
          </p:nvSpPr>
          <p:spPr>
            <a:xfrm rot="10800000">
              <a:off x="302953" y="1657383"/>
              <a:ext cx="2609700" cy="3204000"/>
            </a:xfrm>
            <a:prstGeom prst="snip1Rect">
              <a:avLst>
                <a:gd fmla="val 9153" name="adj"/>
              </a:avLst>
            </a:prstGeom>
            <a:solidFill>
              <a:srgbClr val="32FE6B">
                <a:alpha val="11760"/>
              </a:srgbClr>
            </a:solidFill>
            <a:ln cap="flat" cmpd="sng" w="9525">
              <a:solidFill>
                <a:srgbClr val="32FE6B"/>
              </a:solidFill>
              <a:prstDash val="solid"/>
              <a:round/>
              <a:headEnd len="sm" w="sm" type="none"/>
              <a:tailEnd len="sm" w="sm" type="none"/>
            </a:ln>
            <a:effectLst>
              <a:outerShdw blurRad="286572" rotWithShape="0" algn="ctr" dist="9552">
                <a:srgbClr val="32FE6B"/>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34"/>
                <a:buFont typeface="Arial"/>
                <a:buNone/>
              </a:pPr>
              <a:r>
                <a:t/>
              </a:r>
              <a:endParaRPr b="1" i="0" sz="1434" u="none" cap="none" strike="noStrike">
                <a:solidFill>
                  <a:schemeClr val="lt1"/>
                </a:solidFill>
                <a:latin typeface="Chakra Petch SemiBold"/>
                <a:ea typeface="Chakra Petch SemiBold"/>
                <a:cs typeface="Chakra Petch SemiBold"/>
                <a:sym typeface="Chakra Petch SemiBold"/>
              </a:endParaRPr>
            </a:p>
          </p:txBody>
        </p:sp>
        <p:sp>
          <p:nvSpPr>
            <p:cNvPr id="129" name="Google Shape;129;p24"/>
            <p:cNvSpPr/>
            <p:nvPr/>
          </p:nvSpPr>
          <p:spPr>
            <a:xfrm>
              <a:off x="298153" y="978722"/>
              <a:ext cx="2619000" cy="678600"/>
            </a:xfrm>
            <a:prstGeom prst="snip1Rect">
              <a:avLst>
                <a:gd fmla="val 33352" name="adj"/>
              </a:avLst>
            </a:prstGeom>
            <a:gradFill>
              <a:gsLst>
                <a:gs pos="0">
                  <a:srgbClr val="32FE6B"/>
                </a:gs>
                <a:gs pos="100000">
                  <a:srgbClr val="C8FF6A"/>
                </a:gs>
              </a:gsLst>
              <a:lin ang="16198662" scaled="0"/>
            </a:gradFill>
            <a:ln>
              <a:noFill/>
            </a:ln>
          </p:spPr>
          <p:txBody>
            <a:bodyPr anchorCtr="0" anchor="ctr" bIns="91700" lIns="91700" spcFirstLastPara="1" rIns="91700" wrap="square" tIns="91700">
              <a:noAutofit/>
            </a:bodyPr>
            <a:lstStyle/>
            <a:p>
              <a:pPr indent="0" lvl="0" marL="0" marR="0" rtl="0" algn="ctr">
                <a:lnSpc>
                  <a:spcPct val="100000"/>
                </a:lnSpc>
                <a:spcBef>
                  <a:spcPts val="0"/>
                </a:spcBef>
                <a:spcAft>
                  <a:spcPts val="0"/>
                </a:spcAft>
                <a:buClr>
                  <a:srgbClr val="000000"/>
                </a:buClr>
                <a:buSzPts val="1404"/>
                <a:buFont typeface="Arial"/>
                <a:buNone/>
              </a:pPr>
              <a:r>
                <a:t/>
              </a:r>
              <a:endParaRPr b="0" i="0" sz="1404" u="none" cap="none" strike="noStrike">
                <a:solidFill>
                  <a:srgbClr val="000000"/>
                </a:solidFill>
                <a:latin typeface="Arial"/>
                <a:ea typeface="Arial"/>
                <a:cs typeface="Arial"/>
                <a:sym typeface="Arial"/>
              </a:endParaRPr>
            </a:p>
          </p:txBody>
        </p:sp>
      </p:grpSp>
      <p:grpSp>
        <p:nvGrpSpPr>
          <p:cNvPr id="130" name="Google Shape;130;p24"/>
          <p:cNvGrpSpPr/>
          <p:nvPr/>
        </p:nvGrpSpPr>
        <p:grpSpPr>
          <a:xfrm>
            <a:off x="6251075" y="905254"/>
            <a:ext cx="2619000" cy="3705612"/>
            <a:chOff x="298153" y="978722"/>
            <a:chExt cx="2619000" cy="3882661"/>
          </a:xfrm>
        </p:grpSpPr>
        <p:sp>
          <p:nvSpPr>
            <p:cNvPr id="131" name="Google Shape;131;p24"/>
            <p:cNvSpPr/>
            <p:nvPr/>
          </p:nvSpPr>
          <p:spPr>
            <a:xfrm rot="10800000">
              <a:off x="302953" y="1657383"/>
              <a:ext cx="2609700" cy="3204000"/>
            </a:xfrm>
            <a:prstGeom prst="snip1Rect">
              <a:avLst>
                <a:gd fmla="val 9153" name="adj"/>
              </a:avLst>
            </a:prstGeom>
            <a:solidFill>
              <a:srgbClr val="32FE6B">
                <a:alpha val="11760"/>
              </a:srgbClr>
            </a:solidFill>
            <a:ln cap="flat" cmpd="sng" w="9525">
              <a:solidFill>
                <a:srgbClr val="32FE6B"/>
              </a:solidFill>
              <a:prstDash val="solid"/>
              <a:round/>
              <a:headEnd len="sm" w="sm" type="none"/>
              <a:tailEnd len="sm" w="sm" type="none"/>
            </a:ln>
            <a:effectLst>
              <a:outerShdw blurRad="286572" rotWithShape="0" algn="ctr" dist="9552">
                <a:srgbClr val="32FE6B"/>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34"/>
                <a:buFont typeface="Arial"/>
                <a:buNone/>
              </a:pPr>
              <a:r>
                <a:t/>
              </a:r>
              <a:endParaRPr b="1" i="0" sz="1434" u="none" cap="none" strike="noStrike">
                <a:solidFill>
                  <a:schemeClr val="lt1"/>
                </a:solidFill>
                <a:latin typeface="Chakra Petch SemiBold"/>
                <a:ea typeface="Chakra Petch SemiBold"/>
                <a:cs typeface="Chakra Petch SemiBold"/>
                <a:sym typeface="Chakra Petch SemiBold"/>
              </a:endParaRPr>
            </a:p>
          </p:txBody>
        </p:sp>
        <p:sp>
          <p:nvSpPr>
            <p:cNvPr id="132" name="Google Shape;132;p24"/>
            <p:cNvSpPr/>
            <p:nvPr/>
          </p:nvSpPr>
          <p:spPr>
            <a:xfrm>
              <a:off x="298153" y="978722"/>
              <a:ext cx="2619000" cy="678600"/>
            </a:xfrm>
            <a:prstGeom prst="snip1Rect">
              <a:avLst>
                <a:gd fmla="val 33352" name="adj"/>
              </a:avLst>
            </a:prstGeom>
            <a:gradFill>
              <a:gsLst>
                <a:gs pos="0">
                  <a:srgbClr val="32FE6B"/>
                </a:gs>
                <a:gs pos="100000">
                  <a:srgbClr val="C8FF6A"/>
                </a:gs>
              </a:gsLst>
              <a:lin ang="16198662" scaled="0"/>
            </a:gradFill>
            <a:ln>
              <a:noFill/>
            </a:ln>
          </p:spPr>
          <p:txBody>
            <a:bodyPr anchorCtr="0" anchor="ctr" bIns="91700" lIns="91700" spcFirstLastPara="1" rIns="91700" wrap="square" tIns="91700">
              <a:noAutofit/>
            </a:bodyPr>
            <a:lstStyle/>
            <a:p>
              <a:pPr indent="0" lvl="0" marL="0" marR="0" rtl="0" algn="ctr">
                <a:lnSpc>
                  <a:spcPct val="100000"/>
                </a:lnSpc>
                <a:spcBef>
                  <a:spcPts val="0"/>
                </a:spcBef>
                <a:spcAft>
                  <a:spcPts val="0"/>
                </a:spcAft>
                <a:buClr>
                  <a:srgbClr val="000000"/>
                </a:buClr>
                <a:buSzPts val="1404"/>
                <a:buFont typeface="Arial"/>
                <a:buNone/>
              </a:pPr>
              <a:r>
                <a:t/>
              </a:r>
              <a:endParaRPr b="0" i="0" sz="1404" u="none" cap="none" strike="noStrike">
                <a:solidFill>
                  <a:srgbClr val="000000"/>
                </a:solidFill>
                <a:latin typeface="Arial"/>
                <a:ea typeface="Arial"/>
                <a:cs typeface="Arial"/>
                <a:sym typeface="Arial"/>
              </a:endParaRPr>
            </a:p>
          </p:txBody>
        </p:sp>
      </p:grpSp>
      <p:sp>
        <p:nvSpPr>
          <p:cNvPr id="133" name="Google Shape;133;p24"/>
          <p:cNvSpPr/>
          <p:nvPr/>
        </p:nvSpPr>
        <p:spPr>
          <a:xfrm>
            <a:off x="298153" y="905234"/>
            <a:ext cx="2619000" cy="678600"/>
          </a:xfrm>
          <a:prstGeom prst="snip1Rect">
            <a:avLst>
              <a:gd fmla="val 33352" name="adj"/>
            </a:avLst>
          </a:prstGeom>
          <a:gradFill>
            <a:gsLst>
              <a:gs pos="0">
                <a:srgbClr val="32FE6B"/>
              </a:gs>
              <a:gs pos="100000">
                <a:srgbClr val="C8FF6A"/>
              </a:gs>
            </a:gsLst>
            <a:lin ang="16198662" scaled="0"/>
          </a:gradFill>
          <a:ln>
            <a:noFill/>
          </a:ln>
        </p:spPr>
        <p:txBody>
          <a:bodyPr anchorCtr="0" anchor="ctr" bIns="91700" lIns="91700" spcFirstLastPara="1" rIns="91700" wrap="square" tIns="91700">
            <a:noAutofit/>
          </a:bodyPr>
          <a:lstStyle/>
          <a:p>
            <a:pPr indent="0" lvl="0" marL="0" marR="0" rtl="0" algn="ctr">
              <a:lnSpc>
                <a:spcPct val="100000"/>
              </a:lnSpc>
              <a:spcBef>
                <a:spcPts val="0"/>
              </a:spcBef>
              <a:spcAft>
                <a:spcPts val="0"/>
              </a:spcAft>
              <a:buClr>
                <a:srgbClr val="000000"/>
              </a:buClr>
              <a:buSzPts val="1404"/>
              <a:buFont typeface="Arial"/>
              <a:buNone/>
            </a:pPr>
            <a:r>
              <a:t/>
            </a:r>
            <a:endParaRPr b="0" i="0" sz="1404" u="none" cap="none" strike="noStrike">
              <a:solidFill>
                <a:srgbClr val="000000"/>
              </a:solidFill>
              <a:latin typeface="Arial"/>
              <a:ea typeface="Arial"/>
              <a:cs typeface="Arial"/>
              <a:sym typeface="Arial"/>
            </a:endParaRPr>
          </a:p>
        </p:txBody>
      </p:sp>
      <p:pic>
        <p:nvPicPr>
          <p:cNvPr id="134" name="Google Shape;134;p24" title="line blanche.png"/>
          <p:cNvPicPr preferRelativeResize="0"/>
          <p:nvPr/>
        </p:nvPicPr>
        <p:blipFill rotWithShape="1">
          <a:blip r:embed="rId4">
            <a:alphaModFix/>
          </a:blip>
          <a:srcRect b="0" l="0" r="0" t="0"/>
          <a:stretch/>
        </p:blipFill>
        <p:spPr>
          <a:xfrm>
            <a:off x="419453" y="289299"/>
            <a:ext cx="8450760" cy="573550"/>
          </a:xfrm>
          <a:prstGeom prst="rect">
            <a:avLst/>
          </a:prstGeom>
          <a:noFill/>
          <a:ln>
            <a:noFill/>
          </a:ln>
        </p:spPr>
      </p:pic>
      <p:sp>
        <p:nvSpPr>
          <p:cNvPr id="135" name="Google Shape;135;p24"/>
          <p:cNvSpPr txBox="1"/>
          <p:nvPr>
            <p:ph idx="4294967295" type="ctrTitle"/>
          </p:nvPr>
        </p:nvSpPr>
        <p:spPr>
          <a:xfrm>
            <a:off x="298150" y="75300"/>
            <a:ext cx="5422800" cy="522600"/>
          </a:xfrm>
          <a:prstGeom prst="rect">
            <a:avLst/>
          </a:prstGeom>
          <a:solidFill>
            <a:srgbClr val="25252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800"/>
              <a:buFont typeface="Arial"/>
              <a:buNone/>
            </a:pPr>
            <a:r>
              <a:rPr b="1" lang="en" sz="2300">
                <a:solidFill>
                  <a:schemeClr val="lt1"/>
                </a:solidFill>
                <a:latin typeface="Chakra Petch"/>
                <a:ea typeface="Chakra Petch"/>
                <a:cs typeface="Chakra Petch"/>
                <a:sym typeface="Chakra Petch"/>
              </a:rPr>
              <a:t>Q</a:t>
            </a:r>
            <a:r>
              <a:rPr b="1" lang="en" sz="2300">
                <a:solidFill>
                  <a:schemeClr val="lt1"/>
                </a:solidFill>
                <a:latin typeface="Chakra Petch"/>
                <a:ea typeface="Chakra Petch"/>
                <a:cs typeface="Chakra Petch"/>
                <a:sym typeface="Chakra Petch"/>
              </a:rPr>
              <a:t>uestion #</a:t>
            </a:r>
            <a:r>
              <a:rPr b="1" lang="en" sz="2300">
                <a:solidFill>
                  <a:schemeClr val="lt1"/>
                </a:solidFill>
                <a:latin typeface="Chakra Petch"/>
                <a:ea typeface="Chakra Petch"/>
                <a:cs typeface="Chakra Petch"/>
                <a:sym typeface="Chakra Petch"/>
              </a:rPr>
              <a:t>1 - Individual Off-Ball Runs</a:t>
            </a:r>
            <a:endParaRPr b="1" i="0" sz="2300" u="none" cap="none" strike="noStrike">
              <a:solidFill>
                <a:schemeClr val="lt1"/>
              </a:solidFill>
              <a:latin typeface="Chakra Petch"/>
              <a:ea typeface="Chakra Petch"/>
              <a:cs typeface="Chakra Petch"/>
              <a:sym typeface="Chakra Petch"/>
            </a:endParaRPr>
          </a:p>
        </p:txBody>
      </p:sp>
      <p:grpSp>
        <p:nvGrpSpPr>
          <p:cNvPr id="136" name="Google Shape;136;p24"/>
          <p:cNvGrpSpPr/>
          <p:nvPr/>
        </p:nvGrpSpPr>
        <p:grpSpPr>
          <a:xfrm>
            <a:off x="3155200" y="733945"/>
            <a:ext cx="2880900" cy="1704876"/>
            <a:chOff x="3335340" y="978722"/>
            <a:chExt cx="2619000" cy="3882661"/>
          </a:xfrm>
        </p:grpSpPr>
        <p:sp>
          <p:nvSpPr>
            <p:cNvPr id="137" name="Google Shape;137;p24"/>
            <p:cNvSpPr/>
            <p:nvPr/>
          </p:nvSpPr>
          <p:spPr>
            <a:xfrm rot="10800000">
              <a:off x="3340141" y="1657383"/>
              <a:ext cx="2609700" cy="3204000"/>
            </a:xfrm>
            <a:prstGeom prst="snip1Rect">
              <a:avLst>
                <a:gd fmla="val 9153" name="adj"/>
              </a:avLst>
            </a:prstGeom>
            <a:solidFill>
              <a:srgbClr val="32FE6B">
                <a:alpha val="11760"/>
              </a:srgbClr>
            </a:solidFill>
            <a:ln cap="flat" cmpd="sng" w="9525">
              <a:solidFill>
                <a:srgbClr val="32FE6B"/>
              </a:solidFill>
              <a:prstDash val="solid"/>
              <a:round/>
              <a:headEnd len="sm" w="sm" type="none"/>
              <a:tailEnd len="sm" w="sm" type="none"/>
            </a:ln>
            <a:effectLst>
              <a:outerShdw blurRad="286572" rotWithShape="0" algn="ctr" dist="9552">
                <a:srgbClr val="32FE6B"/>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34"/>
                <a:buFont typeface="Arial"/>
                <a:buNone/>
              </a:pPr>
              <a:r>
                <a:t/>
              </a:r>
              <a:endParaRPr b="1" i="0" sz="1434" u="none" cap="none" strike="noStrike">
                <a:solidFill>
                  <a:schemeClr val="lt1"/>
                </a:solidFill>
                <a:latin typeface="Chakra Petch SemiBold"/>
                <a:ea typeface="Chakra Petch SemiBold"/>
                <a:cs typeface="Chakra Petch SemiBold"/>
                <a:sym typeface="Chakra Petch SemiBold"/>
              </a:endParaRPr>
            </a:p>
          </p:txBody>
        </p:sp>
        <p:sp>
          <p:nvSpPr>
            <p:cNvPr id="138" name="Google Shape;138;p24"/>
            <p:cNvSpPr/>
            <p:nvPr/>
          </p:nvSpPr>
          <p:spPr>
            <a:xfrm>
              <a:off x="3335340" y="978722"/>
              <a:ext cx="2619000" cy="678600"/>
            </a:xfrm>
            <a:prstGeom prst="snip1Rect">
              <a:avLst>
                <a:gd fmla="val 33352" name="adj"/>
              </a:avLst>
            </a:prstGeom>
            <a:gradFill>
              <a:gsLst>
                <a:gs pos="0">
                  <a:srgbClr val="32FE6B"/>
                </a:gs>
                <a:gs pos="100000">
                  <a:srgbClr val="C8FF6A"/>
                </a:gs>
              </a:gsLst>
              <a:lin ang="16198662" scaled="0"/>
            </a:gradFill>
            <a:ln>
              <a:noFill/>
            </a:ln>
          </p:spPr>
          <p:txBody>
            <a:bodyPr anchorCtr="0" anchor="ctr" bIns="91700" lIns="91700" spcFirstLastPara="1" rIns="91700" wrap="square" tIns="91700">
              <a:noAutofit/>
            </a:bodyPr>
            <a:lstStyle/>
            <a:p>
              <a:pPr indent="0" lvl="0" marL="0" marR="0" rtl="0" algn="ctr">
                <a:lnSpc>
                  <a:spcPct val="100000"/>
                </a:lnSpc>
                <a:spcBef>
                  <a:spcPts val="0"/>
                </a:spcBef>
                <a:spcAft>
                  <a:spcPts val="0"/>
                </a:spcAft>
                <a:buClr>
                  <a:srgbClr val="000000"/>
                </a:buClr>
                <a:buSzPts val="1404"/>
                <a:buFont typeface="Arial"/>
                <a:buNone/>
              </a:pPr>
              <a:r>
                <a:t/>
              </a:r>
              <a:endParaRPr b="0" i="0" sz="1404" u="none" cap="none" strike="noStrike">
                <a:solidFill>
                  <a:srgbClr val="000000"/>
                </a:solidFill>
                <a:latin typeface="Arial"/>
                <a:ea typeface="Arial"/>
                <a:cs typeface="Arial"/>
                <a:sym typeface="Arial"/>
              </a:endParaRPr>
            </a:p>
          </p:txBody>
        </p:sp>
      </p:grpSp>
      <p:sp>
        <p:nvSpPr>
          <p:cNvPr id="139" name="Google Shape;139;p24"/>
          <p:cNvSpPr txBox="1"/>
          <p:nvPr>
            <p:ph idx="4294967295" type="ctrTitle"/>
          </p:nvPr>
        </p:nvSpPr>
        <p:spPr>
          <a:xfrm>
            <a:off x="298150" y="726462"/>
            <a:ext cx="681600" cy="862500"/>
          </a:xfrm>
          <a:prstGeom prst="rect">
            <a:avLst/>
          </a:prstGeom>
          <a:noFill/>
          <a:ln>
            <a:noFill/>
          </a:ln>
          <a:effectLst>
            <a:outerShdw blurRad="142875" rotWithShape="0" algn="bl">
              <a:schemeClr val="dk1"/>
            </a:outerShdw>
          </a:effectLst>
        </p:spPr>
        <p:txBody>
          <a:bodyPr anchorCtr="0" anchor="b" bIns="0" lIns="0" spcFirstLastPara="1" rIns="0" wrap="square" tIns="0">
            <a:noAutofit/>
          </a:bodyPr>
          <a:lstStyle/>
          <a:p>
            <a:pPr indent="0" lvl="0" marL="0" marR="0" rtl="0" algn="ctr">
              <a:lnSpc>
                <a:spcPct val="80000"/>
              </a:lnSpc>
              <a:spcBef>
                <a:spcPts val="0"/>
              </a:spcBef>
              <a:spcAft>
                <a:spcPts val="0"/>
              </a:spcAft>
              <a:buClr>
                <a:srgbClr val="000000"/>
              </a:buClr>
              <a:buSzPts val="993"/>
              <a:buFont typeface="Arial"/>
              <a:buNone/>
            </a:pPr>
            <a:r>
              <a:rPr b="1" i="1" lang="en" sz="6000" u="none" cap="none" strike="noStrike">
                <a:solidFill>
                  <a:schemeClr val="lt1"/>
                </a:solidFill>
                <a:latin typeface="Chakra Petch"/>
                <a:ea typeface="Chakra Petch"/>
                <a:cs typeface="Chakra Petch"/>
                <a:sym typeface="Chakra Petch"/>
              </a:rPr>
              <a:t>1</a:t>
            </a:r>
            <a:endParaRPr b="1" i="1" sz="6000" u="none" cap="none" strike="noStrike">
              <a:solidFill>
                <a:schemeClr val="lt1"/>
              </a:solidFill>
              <a:latin typeface="Chakra Petch"/>
              <a:ea typeface="Chakra Petch"/>
              <a:cs typeface="Chakra Petch"/>
              <a:sym typeface="Chakra Petch"/>
            </a:endParaRPr>
          </a:p>
        </p:txBody>
      </p:sp>
      <p:sp>
        <p:nvSpPr>
          <p:cNvPr id="140" name="Google Shape;140;p24"/>
          <p:cNvSpPr txBox="1"/>
          <p:nvPr>
            <p:ph idx="4294967295" type="ctrTitle"/>
          </p:nvPr>
        </p:nvSpPr>
        <p:spPr>
          <a:xfrm>
            <a:off x="979525" y="905237"/>
            <a:ext cx="1532400" cy="683700"/>
          </a:xfrm>
          <a:prstGeom prst="rect">
            <a:avLst/>
          </a:prstGeom>
          <a:noFill/>
          <a:ln>
            <a:noFill/>
          </a:ln>
        </p:spPr>
        <p:txBody>
          <a:bodyPr anchorCtr="0" anchor="ctr" bIns="0" lIns="0" spcFirstLastPara="1" rIns="0" wrap="square" tIns="36000">
            <a:noAutofit/>
          </a:bodyPr>
          <a:lstStyle/>
          <a:p>
            <a:pPr indent="0" lvl="0" marL="0" marR="0" rtl="0" algn="l">
              <a:lnSpc>
                <a:spcPct val="80000"/>
              </a:lnSpc>
              <a:spcBef>
                <a:spcPts val="0"/>
              </a:spcBef>
              <a:spcAft>
                <a:spcPts val="0"/>
              </a:spcAft>
              <a:buClr>
                <a:srgbClr val="000000"/>
              </a:buClr>
              <a:buSzPts val="993"/>
              <a:buFont typeface="Arial"/>
              <a:buNone/>
            </a:pPr>
            <a:r>
              <a:rPr lang="en" sz="2100">
                <a:latin typeface="Chakra Petch SemiBold"/>
                <a:ea typeface="Chakra Petch SemiBold"/>
                <a:cs typeface="Chakra Petch SemiBold"/>
                <a:sym typeface="Chakra Petch SemiBold"/>
              </a:rPr>
              <a:t>Data </a:t>
            </a:r>
            <a:endParaRPr b="0" i="0" sz="2100" u="none" cap="none" strike="noStrike">
              <a:solidFill>
                <a:schemeClr val="dk1"/>
              </a:solidFill>
              <a:latin typeface="Chakra Petch SemiBold"/>
              <a:ea typeface="Chakra Petch SemiBold"/>
              <a:cs typeface="Chakra Petch SemiBold"/>
              <a:sym typeface="Chakra Petch SemiBold"/>
            </a:endParaRPr>
          </a:p>
        </p:txBody>
      </p:sp>
      <p:sp>
        <p:nvSpPr>
          <p:cNvPr id="141" name="Google Shape;141;p24"/>
          <p:cNvSpPr/>
          <p:nvPr/>
        </p:nvSpPr>
        <p:spPr>
          <a:xfrm>
            <a:off x="3155200" y="466925"/>
            <a:ext cx="2880900" cy="678600"/>
          </a:xfrm>
          <a:prstGeom prst="snip1Rect">
            <a:avLst>
              <a:gd fmla="val 33352" name="adj"/>
            </a:avLst>
          </a:prstGeom>
          <a:gradFill>
            <a:gsLst>
              <a:gs pos="0">
                <a:srgbClr val="32FE6B"/>
              </a:gs>
              <a:gs pos="100000">
                <a:srgbClr val="C8FF6A"/>
              </a:gs>
            </a:gsLst>
            <a:lin ang="16198662" scaled="0"/>
          </a:gradFill>
          <a:ln>
            <a:noFill/>
          </a:ln>
        </p:spPr>
        <p:txBody>
          <a:bodyPr anchorCtr="0" anchor="ctr" bIns="91700" lIns="91700" spcFirstLastPara="1" rIns="91700" wrap="square" tIns="91700">
            <a:noAutofit/>
          </a:bodyPr>
          <a:lstStyle/>
          <a:p>
            <a:pPr indent="0" lvl="0" marL="0" marR="0" rtl="0" algn="ctr">
              <a:lnSpc>
                <a:spcPct val="100000"/>
              </a:lnSpc>
              <a:spcBef>
                <a:spcPts val="0"/>
              </a:spcBef>
              <a:spcAft>
                <a:spcPts val="0"/>
              </a:spcAft>
              <a:buClr>
                <a:srgbClr val="000000"/>
              </a:buClr>
              <a:buSzPts val="1404"/>
              <a:buFont typeface="Arial"/>
              <a:buNone/>
            </a:pPr>
            <a:r>
              <a:t/>
            </a:r>
            <a:endParaRPr b="0" i="0" sz="1404" u="none" cap="none" strike="noStrike">
              <a:solidFill>
                <a:srgbClr val="000000"/>
              </a:solidFill>
              <a:latin typeface="Arial"/>
              <a:ea typeface="Arial"/>
              <a:cs typeface="Arial"/>
              <a:sym typeface="Arial"/>
            </a:endParaRPr>
          </a:p>
        </p:txBody>
      </p:sp>
      <p:sp>
        <p:nvSpPr>
          <p:cNvPr id="142" name="Google Shape;142;p24"/>
          <p:cNvSpPr txBox="1"/>
          <p:nvPr>
            <p:ph idx="4294967295" type="ctrTitle"/>
          </p:nvPr>
        </p:nvSpPr>
        <p:spPr>
          <a:xfrm>
            <a:off x="4482775" y="466921"/>
            <a:ext cx="1196700" cy="683700"/>
          </a:xfrm>
          <a:prstGeom prst="rect">
            <a:avLst/>
          </a:prstGeom>
          <a:noFill/>
          <a:ln>
            <a:noFill/>
          </a:ln>
        </p:spPr>
        <p:txBody>
          <a:bodyPr anchorCtr="0" anchor="ctr" bIns="0" lIns="0" spcFirstLastPara="1" rIns="0" wrap="square" tIns="36000">
            <a:noAutofit/>
          </a:bodyPr>
          <a:lstStyle/>
          <a:p>
            <a:pPr indent="0" lvl="0" marL="0" marR="0" rtl="0" algn="l">
              <a:lnSpc>
                <a:spcPct val="80000"/>
              </a:lnSpc>
              <a:spcBef>
                <a:spcPts val="0"/>
              </a:spcBef>
              <a:spcAft>
                <a:spcPts val="0"/>
              </a:spcAft>
              <a:buClr>
                <a:srgbClr val="000000"/>
              </a:buClr>
              <a:buSzPts val="993"/>
              <a:buFont typeface="Arial"/>
              <a:buNone/>
            </a:pPr>
            <a:r>
              <a:rPr lang="en" sz="2100">
                <a:latin typeface="Chakra Petch SemiBold"/>
                <a:ea typeface="Chakra Petch SemiBold"/>
                <a:cs typeface="Chakra Petch SemiBold"/>
                <a:sym typeface="Chakra Petch SemiBold"/>
              </a:rPr>
              <a:t>Dribbles</a:t>
            </a:r>
            <a:endParaRPr b="0" i="0" sz="2100" u="none" cap="none" strike="noStrike">
              <a:solidFill>
                <a:schemeClr val="dk1"/>
              </a:solidFill>
              <a:latin typeface="Chakra Petch SemiBold"/>
              <a:ea typeface="Chakra Petch SemiBold"/>
              <a:cs typeface="Chakra Petch SemiBold"/>
              <a:sym typeface="Chakra Petch SemiBold"/>
            </a:endParaRPr>
          </a:p>
        </p:txBody>
      </p:sp>
      <p:sp>
        <p:nvSpPr>
          <p:cNvPr id="143" name="Google Shape;143;p24"/>
          <p:cNvSpPr txBox="1"/>
          <p:nvPr>
            <p:ph idx="4294967295" type="ctrTitle"/>
          </p:nvPr>
        </p:nvSpPr>
        <p:spPr>
          <a:xfrm>
            <a:off x="3155200" y="295025"/>
            <a:ext cx="1196700" cy="862500"/>
          </a:xfrm>
          <a:prstGeom prst="rect">
            <a:avLst/>
          </a:prstGeom>
          <a:noFill/>
          <a:ln>
            <a:noFill/>
          </a:ln>
          <a:effectLst>
            <a:outerShdw blurRad="142875" rotWithShape="0" algn="bl">
              <a:schemeClr val="dk1"/>
            </a:outerShdw>
          </a:effectLst>
        </p:spPr>
        <p:txBody>
          <a:bodyPr anchorCtr="0" anchor="b" bIns="0" lIns="0" spcFirstLastPara="1" rIns="0" wrap="square" tIns="0">
            <a:noAutofit/>
          </a:bodyPr>
          <a:lstStyle/>
          <a:p>
            <a:pPr indent="0" lvl="0" marL="0" marR="0" rtl="0" algn="ctr">
              <a:lnSpc>
                <a:spcPct val="80000"/>
              </a:lnSpc>
              <a:spcBef>
                <a:spcPts val="0"/>
              </a:spcBef>
              <a:spcAft>
                <a:spcPts val="0"/>
              </a:spcAft>
              <a:buClr>
                <a:srgbClr val="000000"/>
              </a:buClr>
              <a:buSzPts val="993"/>
              <a:buFont typeface="Arial"/>
              <a:buNone/>
            </a:pPr>
            <a:r>
              <a:rPr b="1" i="1" lang="en" sz="6000" u="none" cap="none" strike="noStrike">
                <a:solidFill>
                  <a:schemeClr val="lt1"/>
                </a:solidFill>
                <a:latin typeface="Chakra Petch"/>
                <a:ea typeface="Chakra Petch"/>
                <a:cs typeface="Chakra Petch"/>
                <a:sym typeface="Chakra Petch"/>
              </a:rPr>
              <a:t>2</a:t>
            </a:r>
            <a:r>
              <a:rPr b="1" i="1" lang="en" sz="4800" u="none" cap="none" strike="noStrike">
                <a:solidFill>
                  <a:schemeClr val="lt1"/>
                </a:solidFill>
                <a:latin typeface="Chakra Petch"/>
                <a:ea typeface="Chakra Petch"/>
                <a:cs typeface="Chakra Petch"/>
                <a:sym typeface="Chakra Petch"/>
              </a:rPr>
              <a:t>a</a:t>
            </a:r>
            <a:endParaRPr b="1" i="1" sz="4800" u="none" cap="none" strike="noStrike">
              <a:solidFill>
                <a:schemeClr val="lt1"/>
              </a:solidFill>
              <a:latin typeface="Chakra Petch"/>
              <a:ea typeface="Chakra Petch"/>
              <a:cs typeface="Chakra Petch"/>
              <a:sym typeface="Chakra Petch"/>
            </a:endParaRPr>
          </a:p>
        </p:txBody>
      </p:sp>
      <p:sp>
        <p:nvSpPr>
          <p:cNvPr id="144" name="Google Shape;144;p24"/>
          <p:cNvSpPr txBox="1"/>
          <p:nvPr>
            <p:ph idx="4294967295" type="ctrTitle"/>
          </p:nvPr>
        </p:nvSpPr>
        <p:spPr>
          <a:xfrm>
            <a:off x="3208775" y="1157650"/>
            <a:ext cx="2809500" cy="1280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 sz="1500">
                <a:solidFill>
                  <a:schemeClr val="lt1"/>
                </a:solidFill>
                <a:latin typeface="Trebuchet MS"/>
                <a:ea typeface="Trebuchet MS"/>
                <a:cs typeface="Trebuchet MS"/>
                <a:sym typeface="Trebuchet MS"/>
              </a:rPr>
              <a:t>Identify dribbling events:</a:t>
            </a:r>
            <a:endParaRPr sz="1500">
              <a:solidFill>
                <a:schemeClr val="lt1"/>
              </a:solidFill>
              <a:latin typeface="Trebuchet MS"/>
              <a:ea typeface="Trebuchet MS"/>
              <a:cs typeface="Trebuchet MS"/>
              <a:sym typeface="Trebuchet MS"/>
            </a:endParaRPr>
          </a:p>
          <a:p>
            <a:pPr indent="-210375" lvl="0" marL="285750" marR="33113" rtl="0" algn="l">
              <a:spcBef>
                <a:spcPts val="0"/>
              </a:spcBef>
              <a:spcAft>
                <a:spcPts val="0"/>
              </a:spcAft>
              <a:buClr>
                <a:schemeClr val="lt1"/>
              </a:buClr>
              <a:buSzPts val="1513"/>
              <a:buFont typeface="Trebuchet MS"/>
              <a:buChar char="●"/>
            </a:pPr>
            <a:r>
              <a:rPr lang="en" sz="1513">
                <a:solidFill>
                  <a:schemeClr val="lt1"/>
                </a:solidFill>
                <a:latin typeface="Trebuchet MS"/>
                <a:ea typeface="Trebuchet MS"/>
                <a:cs typeface="Trebuchet MS"/>
                <a:sym typeface="Trebuchet MS"/>
              </a:rPr>
              <a:t>N = </a:t>
            </a:r>
            <a:r>
              <a:rPr lang="en" sz="1513">
                <a:solidFill>
                  <a:schemeClr val="lt1"/>
                </a:solidFill>
                <a:latin typeface="Trebuchet MS"/>
                <a:ea typeface="Trebuchet MS"/>
                <a:cs typeface="Trebuchet MS"/>
                <a:sym typeface="Trebuchet MS"/>
              </a:rPr>
              <a:t>11,463</a:t>
            </a:r>
            <a:endParaRPr sz="1513">
              <a:solidFill>
                <a:schemeClr val="lt1"/>
              </a:solidFill>
              <a:latin typeface="Trebuchet MS"/>
              <a:ea typeface="Trebuchet MS"/>
              <a:cs typeface="Trebuchet MS"/>
              <a:sym typeface="Trebuchet MS"/>
            </a:endParaRPr>
          </a:p>
          <a:p>
            <a:pPr indent="-210375" lvl="0" marL="285750" marR="33113" rtl="0" algn="l">
              <a:spcBef>
                <a:spcPts val="0"/>
              </a:spcBef>
              <a:spcAft>
                <a:spcPts val="0"/>
              </a:spcAft>
              <a:buClr>
                <a:schemeClr val="lt1"/>
              </a:buClr>
              <a:buSzPts val="1513"/>
              <a:buFont typeface="Trebuchet MS"/>
              <a:buChar char="●"/>
            </a:pPr>
            <a:r>
              <a:rPr lang="en" sz="1513">
                <a:solidFill>
                  <a:schemeClr val="lt1"/>
                </a:solidFill>
                <a:latin typeface="Trebuchet MS"/>
                <a:ea typeface="Trebuchet MS"/>
                <a:cs typeface="Trebuchet MS"/>
                <a:sym typeface="Trebuchet MS"/>
              </a:rPr>
              <a:t>Coded as Yes/No for ball progression &amp; retention</a:t>
            </a:r>
            <a:endParaRPr sz="1513">
              <a:solidFill>
                <a:schemeClr val="lt1"/>
              </a:solidFill>
              <a:latin typeface="Trebuchet MS"/>
              <a:ea typeface="Trebuchet MS"/>
              <a:cs typeface="Trebuchet MS"/>
              <a:sym typeface="Trebuchet MS"/>
            </a:endParaRPr>
          </a:p>
        </p:txBody>
      </p:sp>
      <p:sp>
        <p:nvSpPr>
          <p:cNvPr id="145" name="Google Shape;145;p24"/>
          <p:cNvSpPr txBox="1"/>
          <p:nvPr>
            <p:ph idx="4294967295" type="ctrTitle"/>
          </p:nvPr>
        </p:nvSpPr>
        <p:spPr>
          <a:xfrm>
            <a:off x="419450" y="1751437"/>
            <a:ext cx="2373600" cy="285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947"/>
              <a:buFont typeface="Arial"/>
              <a:buNone/>
            </a:pPr>
            <a:r>
              <a:t/>
            </a:r>
            <a:endParaRPr sz="1513">
              <a:solidFill>
                <a:schemeClr val="lt1"/>
              </a:solidFill>
              <a:latin typeface="Trebuchet MS"/>
              <a:ea typeface="Trebuchet MS"/>
              <a:cs typeface="Trebuchet MS"/>
              <a:sym typeface="Trebuchet MS"/>
            </a:endParaRPr>
          </a:p>
          <a:p>
            <a:pPr indent="0" lvl="0" marL="0" marR="0" rtl="0" algn="l">
              <a:lnSpc>
                <a:spcPct val="100000"/>
              </a:lnSpc>
              <a:spcBef>
                <a:spcPts val="0"/>
              </a:spcBef>
              <a:spcAft>
                <a:spcPts val="0"/>
              </a:spcAft>
              <a:buClr>
                <a:schemeClr val="dk1"/>
              </a:buClr>
              <a:buSzPts val="947"/>
              <a:buFont typeface="Arial"/>
              <a:buNone/>
            </a:pPr>
            <a:r>
              <a:rPr lang="en" sz="1513">
                <a:solidFill>
                  <a:schemeClr val="lt1"/>
                </a:solidFill>
                <a:latin typeface="Trebuchet MS"/>
                <a:ea typeface="Trebuchet MS"/>
                <a:cs typeface="Trebuchet MS"/>
                <a:sym typeface="Trebuchet MS"/>
              </a:rPr>
              <a:t>Data from 266 matches:</a:t>
            </a:r>
            <a:endParaRPr sz="1513">
              <a:solidFill>
                <a:schemeClr val="lt1"/>
              </a:solidFill>
              <a:latin typeface="Trebuchet MS"/>
              <a:ea typeface="Trebuchet MS"/>
              <a:cs typeface="Trebuchet MS"/>
              <a:sym typeface="Trebuchet MS"/>
            </a:endParaRPr>
          </a:p>
          <a:p>
            <a:pPr indent="0" lvl="0" marL="0" marR="0" rtl="0" algn="l">
              <a:lnSpc>
                <a:spcPct val="100000"/>
              </a:lnSpc>
              <a:spcBef>
                <a:spcPts val="0"/>
              </a:spcBef>
              <a:spcAft>
                <a:spcPts val="0"/>
              </a:spcAft>
              <a:buClr>
                <a:schemeClr val="dk1"/>
              </a:buClr>
              <a:buSzPts val="947"/>
              <a:buFont typeface="Arial"/>
              <a:buNone/>
            </a:pPr>
            <a:r>
              <a:t/>
            </a:r>
            <a:endParaRPr sz="1513">
              <a:solidFill>
                <a:schemeClr val="lt1"/>
              </a:solidFill>
              <a:latin typeface="Trebuchet MS"/>
              <a:ea typeface="Trebuchet MS"/>
              <a:cs typeface="Trebuchet MS"/>
              <a:sym typeface="Trebuchet MS"/>
            </a:endParaRPr>
          </a:p>
          <a:p>
            <a:pPr indent="-210375" lvl="0" marL="285750" marR="33113" rtl="0" algn="l">
              <a:lnSpc>
                <a:spcPct val="100000"/>
              </a:lnSpc>
              <a:spcBef>
                <a:spcPts val="0"/>
              </a:spcBef>
              <a:spcAft>
                <a:spcPts val="0"/>
              </a:spcAft>
              <a:buClr>
                <a:schemeClr val="lt1"/>
              </a:buClr>
              <a:buSzPts val="1513"/>
              <a:buFont typeface="Trebuchet MS"/>
              <a:buChar char="●"/>
            </a:pPr>
            <a:r>
              <a:rPr lang="en" sz="1513">
                <a:solidFill>
                  <a:schemeClr val="lt1"/>
                </a:solidFill>
                <a:latin typeface="Trebuchet MS"/>
                <a:ea typeface="Trebuchet MS"/>
                <a:cs typeface="Trebuchet MS"/>
                <a:sym typeface="Trebuchet MS"/>
              </a:rPr>
              <a:t>2024 NWSL Season</a:t>
            </a:r>
            <a:endParaRPr sz="1513">
              <a:solidFill>
                <a:schemeClr val="lt1"/>
              </a:solidFill>
              <a:latin typeface="Trebuchet MS"/>
              <a:ea typeface="Trebuchet MS"/>
              <a:cs typeface="Trebuchet MS"/>
              <a:sym typeface="Trebuchet MS"/>
            </a:endParaRPr>
          </a:p>
          <a:p>
            <a:pPr indent="-210375" lvl="0" marL="285750" marR="33113" rtl="0" algn="l">
              <a:lnSpc>
                <a:spcPct val="100000"/>
              </a:lnSpc>
              <a:spcBef>
                <a:spcPts val="0"/>
              </a:spcBef>
              <a:spcAft>
                <a:spcPts val="0"/>
              </a:spcAft>
              <a:buClr>
                <a:schemeClr val="lt1"/>
              </a:buClr>
              <a:buSzPts val="1513"/>
              <a:buFont typeface="Trebuchet MS"/>
              <a:buChar char="●"/>
            </a:pPr>
            <a:r>
              <a:rPr lang="en" sz="1513">
                <a:solidFill>
                  <a:schemeClr val="lt1"/>
                </a:solidFill>
                <a:latin typeface="Trebuchet MS"/>
                <a:ea typeface="Trebuchet MS"/>
                <a:cs typeface="Trebuchet MS"/>
                <a:sym typeface="Trebuchet MS"/>
              </a:rPr>
              <a:t>2024/2025 WSL Season</a:t>
            </a:r>
            <a:endParaRPr sz="1513">
              <a:solidFill>
                <a:schemeClr val="lt1"/>
              </a:solidFill>
              <a:latin typeface="Trebuchet MS"/>
              <a:ea typeface="Trebuchet MS"/>
              <a:cs typeface="Trebuchet MS"/>
              <a:sym typeface="Trebuchet MS"/>
            </a:endParaRPr>
          </a:p>
          <a:p>
            <a:pPr indent="0" lvl="0" marL="0" marR="0" rtl="0" algn="l">
              <a:lnSpc>
                <a:spcPct val="100000"/>
              </a:lnSpc>
              <a:spcBef>
                <a:spcPts val="0"/>
              </a:spcBef>
              <a:spcAft>
                <a:spcPts val="0"/>
              </a:spcAft>
              <a:buNone/>
            </a:pPr>
            <a:r>
              <a:t/>
            </a:r>
            <a:endParaRPr sz="1113">
              <a:solidFill>
                <a:schemeClr val="lt1"/>
              </a:solidFill>
              <a:latin typeface="Trebuchet MS"/>
              <a:ea typeface="Trebuchet MS"/>
              <a:cs typeface="Trebuchet MS"/>
              <a:sym typeface="Trebuchet MS"/>
            </a:endParaRPr>
          </a:p>
          <a:p>
            <a:pPr indent="0" lvl="0" marL="0" marR="0" rtl="0" algn="l">
              <a:lnSpc>
                <a:spcPct val="100000"/>
              </a:lnSpc>
              <a:spcBef>
                <a:spcPts val="0"/>
              </a:spcBef>
              <a:spcAft>
                <a:spcPts val="0"/>
              </a:spcAft>
              <a:buClr>
                <a:schemeClr val="dk1"/>
              </a:buClr>
              <a:buSzPts val="947"/>
              <a:buFont typeface="Arial"/>
              <a:buNone/>
            </a:pPr>
            <a:r>
              <a:rPr b="0" i="0" lang="en" sz="1113" u="none" cap="none" strike="noStrike">
                <a:solidFill>
                  <a:schemeClr val="lt1"/>
                </a:solidFill>
                <a:latin typeface="Trebuchet MS"/>
                <a:ea typeface="Trebuchet MS"/>
                <a:cs typeface="Trebuchet MS"/>
                <a:sym typeface="Trebuchet MS"/>
              </a:rPr>
              <a:t> </a:t>
            </a:r>
            <a:endParaRPr b="0" i="0" sz="1113" u="none" cap="none" strike="noStrike">
              <a:solidFill>
                <a:schemeClr val="lt1"/>
              </a:solidFill>
              <a:latin typeface="Trebuchet MS"/>
              <a:ea typeface="Trebuchet MS"/>
              <a:cs typeface="Trebuchet MS"/>
              <a:sym typeface="Trebuchet MS"/>
            </a:endParaRPr>
          </a:p>
        </p:txBody>
      </p:sp>
      <p:grpSp>
        <p:nvGrpSpPr>
          <p:cNvPr id="146" name="Google Shape;146;p24"/>
          <p:cNvGrpSpPr/>
          <p:nvPr/>
        </p:nvGrpSpPr>
        <p:grpSpPr>
          <a:xfrm>
            <a:off x="3155200" y="2928017"/>
            <a:ext cx="2880900" cy="2069070"/>
            <a:chOff x="3335340" y="978722"/>
            <a:chExt cx="2619000" cy="3882661"/>
          </a:xfrm>
        </p:grpSpPr>
        <p:sp>
          <p:nvSpPr>
            <p:cNvPr id="147" name="Google Shape;147;p24"/>
            <p:cNvSpPr/>
            <p:nvPr/>
          </p:nvSpPr>
          <p:spPr>
            <a:xfrm rot="10800000">
              <a:off x="3340141" y="1657383"/>
              <a:ext cx="2609700" cy="3204000"/>
            </a:xfrm>
            <a:prstGeom prst="snip1Rect">
              <a:avLst>
                <a:gd fmla="val 9153" name="adj"/>
              </a:avLst>
            </a:prstGeom>
            <a:solidFill>
              <a:srgbClr val="32FE6B">
                <a:alpha val="11760"/>
              </a:srgbClr>
            </a:solidFill>
            <a:ln cap="flat" cmpd="sng" w="9525">
              <a:solidFill>
                <a:srgbClr val="32FE6B"/>
              </a:solidFill>
              <a:prstDash val="solid"/>
              <a:round/>
              <a:headEnd len="sm" w="sm" type="none"/>
              <a:tailEnd len="sm" w="sm" type="none"/>
            </a:ln>
            <a:effectLst>
              <a:outerShdw blurRad="286572" rotWithShape="0" algn="ctr" dist="9552">
                <a:srgbClr val="32FE6B"/>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34"/>
                <a:buFont typeface="Arial"/>
                <a:buNone/>
              </a:pPr>
              <a:r>
                <a:t/>
              </a:r>
              <a:endParaRPr b="1" i="0" sz="1434" u="none" cap="none" strike="noStrike">
                <a:solidFill>
                  <a:schemeClr val="lt1"/>
                </a:solidFill>
                <a:latin typeface="Chakra Petch SemiBold"/>
                <a:ea typeface="Chakra Petch SemiBold"/>
                <a:cs typeface="Chakra Petch SemiBold"/>
                <a:sym typeface="Chakra Petch SemiBold"/>
              </a:endParaRPr>
            </a:p>
          </p:txBody>
        </p:sp>
        <p:sp>
          <p:nvSpPr>
            <p:cNvPr id="148" name="Google Shape;148;p24"/>
            <p:cNvSpPr/>
            <p:nvPr/>
          </p:nvSpPr>
          <p:spPr>
            <a:xfrm>
              <a:off x="3335340" y="978722"/>
              <a:ext cx="2619000" cy="678600"/>
            </a:xfrm>
            <a:prstGeom prst="snip1Rect">
              <a:avLst>
                <a:gd fmla="val 33352" name="adj"/>
              </a:avLst>
            </a:prstGeom>
            <a:gradFill>
              <a:gsLst>
                <a:gs pos="0">
                  <a:srgbClr val="32FE6B"/>
                </a:gs>
                <a:gs pos="100000">
                  <a:srgbClr val="C8FF6A"/>
                </a:gs>
              </a:gsLst>
              <a:lin ang="16198662" scaled="0"/>
            </a:gradFill>
            <a:ln>
              <a:noFill/>
            </a:ln>
          </p:spPr>
          <p:txBody>
            <a:bodyPr anchorCtr="0" anchor="ctr" bIns="91700" lIns="91700" spcFirstLastPara="1" rIns="91700" wrap="square" tIns="91700">
              <a:noAutofit/>
            </a:bodyPr>
            <a:lstStyle/>
            <a:p>
              <a:pPr indent="0" lvl="0" marL="0" marR="0" rtl="0" algn="ctr">
                <a:lnSpc>
                  <a:spcPct val="100000"/>
                </a:lnSpc>
                <a:spcBef>
                  <a:spcPts val="0"/>
                </a:spcBef>
                <a:spcAft>
                  <a:spcPts val="0"/>
                </a:spcAft>
                <a:buClr>
                  <a:srgbClr val="000000"/>
                </a:buClr>
                <a:buSzPts val="1404"/>
                <a:buFont typeface="Arial"/>
                <a:buNone/>
              </a:pPr>
              <a:r>
                <a:t/>
              </a:r>
              <a:endParaRPr b="0" i="0" sz="1404" u="none" cap="none" strike="noStrike">
                <a:solidFill>
                  <a:srgbClr val="000000"/>
                </a:solidFill>
                <a:latin typeface="Arial"/>
                <a:ea typeface="Arial"/>
                <a:cs typeface="Arial"/>
                <a:sym typeface="Arial"/>
              </a:endParaRPr>
            </a:p>
          </p:txBody>
        </p:sp>
      </p:grpSp>
      <p:sp>
        <p:nvSpPr>
          <p:cNvPr id="149" name="Google Shape;149;p24"/>
          <p:cNvSpPr/>
          <p:nvPr/>
        </p:nvSpPr>
        <p:spPr>
          <a:xfrm>
            <a:off x="3155200" y="2614400"/>
            <a:ext cx="2880900" cy="678600"/>
          </a:xfrm>
          <a:prstGeom prst="snip1Rect">
            <a:avLst>
              <a:gd fmla="val 33352" name="adj"/>
            </a:avLst>
          </a:prstGeom>
          <a:gradFill>
            <a:gsLst>
              <a:gs pos="0">
                <a:srgbClr val="32FE6B"/>
              </a:gs>
              <a:gs pos="100000">
                <a:srgbClr val="C8FF6A"/>
              </a:gs>
            </a:gsLst>
            <a:lin ang="16198662" scaled="0"/>
          </a:gradFill>
          <a:ln>
            <a:noFill/>
          </a:ln>
        </p:spPr>
        <p:txBody>
          <a:bodyPr anchorCtr="0" anchor="ctr" bIns="91700" lIns="91700" spcFirstLastPara="1" rIns="91700" wrap="square" tIns="91700">
            <a:noAutofit/>
          </a:bodyPr>
          <a:lstStyle/>
          <a:p>
            <a:pPr indent="0" lvl="0" marL="0" marR="0" rtl="0" algn="ctr">
              <a:lnSpc>
                <a:spcPct val="100000"/>
              </a:lnSpc>
              <a:spcBef>
                <a:spcPts val="0"/>
              </a:spcBef>
              <a:spcAft>
                <a:spcPts val="0"/>
              </a:spcAft>
              <a:buClr>
                <a:srgbClr val="000000"/>
              </a:buClr>
              <a:buSzPts val="1404"/>
              <a:buFont typeface="Arial"/>
              <a:buNone/>
            </a:pPr>
            <a:r>
              <a:t/>
            </a:r>
            <a:endParaRPr b="0" i="0" sz="1404" u="none" cap="none" strike="noStrike">
              <a:solidFill>
                <a:srgbClr val="000000"/>
              </a:solidFill>
              <a:latin typeface="Arial"/>
              <a:ea typeface="Arial"/>
              <a:cs typeface="Arial"/>
              <a:sym typeface="Arial"/>
            </a:endParaRPr>
          </a:p>
        </p:txBody>
      </p:sp>
      <p:sp>
        <p:nvSpPr>
          <p:cNvPr id="150" name="Google Shape;150;p24"/>
          <p:cNvSpPr txBox="1"/>
          <p:nvPr>
            <p:ph idx="4294967295" type="ctrTitle"/>
          </p:nvPr>
        </p:nvSpPr>
        <p:spPr>
          <a:xfrm>
            <a:off x="4174000" y="2569938"/>
            <a:ext cx="1715100" cy="683700"/>
          </a:xfrm>
          <a:prstGeom prst="rect">
            <a:avLst/>
          </a:prstGeom>
          <a:noFill/>
          <a:ln>
            <a:noFill/>
          </a:ln>
        </p:spPr>
        <p:txBody>
          <a:bodyPr anchorCtr="0" anchor="ctr" bIns="0" lIns="0" spcFirstLastPara="1" rIns="0" wrap="square" tIns="36000">
            <a:noAutofit/>
          </a:bodyPr>
          <a:lstStyle/>
          <a:p>
            <a:pPr indent="0" lvl="0" marL="0" marR="0" rtl="0" algn="l">
              <a:lnSpc>
                <a:spcPct val="80000"/>
              </a:lnSpc>
              <a:spcBef>
                <a:spcPts val="0"/>
              </a:spcBef>
              <a:spcAft>
                <a:spcPts val="0"/>
              </a:spcAft>
              <a:buClr>
                <a:srgbClr val="000000"/>
              </a:buClr>
              <a:buSzPts val="993"/>
              <a:buFont typeface="Arial"/>
              <a:buNone/>
            </a:pPr>
            <a:r>
              <a:rPr lang="en" sz="2100">
                <a:latin typeface="Chakra Petch SemiBold"/>
                <a:ea typeface="Chakra Petch SemiBold"/>
                <a:cs typeface="Chakra Petch SemiBold"/>
                <a:sym typeface="Chakra Petch SemiBold"/>
              </a:rPr>
              <a:t>Off-Ball Runs</a:t>
            </a:r>
            <a:endParaRPr b="0" i="0" sz="2100" u="none" cap="none" strike="noStrike">
              <a:solidFill>
                <a:schemeClr val="dk1"/>
              </a:solidFill>
              <a:latin typeface="Chakra Petch SemiBold"/>
              <a:ea typeface="Chakra Petch SemiBold"/>
              <a:cs typeface="Chakra Petch SemiBold"/>
              <a:sym typeface="Chakra Petch SemiBold"/>
            </a:endParaRPr>
          </a:p>
        </p:txBody>
      </p:sp>
      <p:sp>
        <p:nvSpPr>
          <p:cNvPr id="151" name="Google Shape;151;p24"/>
          <p:cNvSpPr txBox="1"/>
          <p:nvPr>
            <p:ph idx="4294967295" type="ctrTitle"/>
          </p:nvPr>
        </p:nvSpPr>
        <p:spPr>
          <a:xfrm>
            <a:off x="3048000" y="2412200"/>
            <a:ext cx="1303800" cy="862500"/>
          </a:xfrm>
          <a:prstGeom prst="rect">
            <a:avLst/>
          </a:prstGeom>
          <a:noFill/>
          <a:ln>
            <a:noFill/>
          </a:ln>
          <a:effectLst>
            <a:outerShdw blurRad="142875" rotWithShape="0" algn="bl">
              <a:schemeClr val="dk1"/>
            </a:outerShdw>
          </a:effectLst>
        </p:spPr>
        <p:txBody>
          <a:bodyPr anchorCtr="0" anchor="b" bIns="0" lIns="0" spcFirstLastPara="1" rIns="0" wrap="square" tIns="0">
            <a:noAutofit/>
          </a:bodyPr>
          <a:lstStyle/>
          <a:p>
            <a:pPr indent="0" lvl="0" marL="0" marR="0" rtl="0" algn="ctr">
              <a:lnSpc>
                <a:spcPct val="80000"/>
              </a:lnSpc>
              <a:spcBef>
                <a:spcPts val="0"/>
              </a:spcBef>
              <a:spcAft>
                <a:spcPts val="0"/>
              </a:spcAft>
              <a:buClr>
                <a:srgbClr val="000000"/>
              </a:buClr>
              <a:buSzPts val="993"/>
              <a:buFont typeface="Arial"/>
              <a:buNone/>
            </a:pPr>
            <a:r>
              <a:rPr b="1" i="1" lang="en" sz="6000" u="none" cap="none" strike="noStrike">
                <a:solidFill>
                  <a:schemeClr val="lt1"/>
                </a:solidFill>
                <a:latin typeface="Chakra Petch"/>
                <a:ea typeface="Chakra Petch"/>
                <a:cs typeface="Chakra Petch"/>
                <a:sym typeface="Chakra Petch"/>
              </a:rPr>
              <a:t>2</a:t>
            </a:r>
            <a:r>
              <a:rPr b="1" i="1" lang="en" sz="4800">
                <a:solidFill>
                  <a:schemeClr val="lt1"/>
                </a:solidFill>
                <a:latin typeface="Chakra Petch"/>
                <a:ea typeface="Chakra Petch"/>
                <a:cs typeface="Chakra Petch"/>
                <a:sym typeface="Chakra Petch"/>
              </a:rPr>
              <a:t>b</a:t>
            </a:r>
            <a:endParaRPr b="1" i="1" sz="4800" u="none" cap="none" strike="noStrike">
              <a:solidFill>
                <a:schemeClr val="lt1"/>
              </a:solidFill>
              <a:latin typeface="Chakra Petch"/>
              <a:ea typeface="Chakra Petch"/>
              <a:cs typeface="Chakra Petch"/>
              <a:sym typeface="Chakra Petch"/>
            </a:endParaRPr>
          </a:p>
        </p:txBody>
      </p:sp>
      <p:sp>
        <p:nvSpPr>
          <p:cNvPr id="152" name="Google Shape;152;p24"/>
          <p:cNvSpPr txBox="1"/>
          <p:nvPr>
            <p:ph idx="4294967295" type="ctrTitle"/>
          </p:nvPr>
        </p:nvSpPr>
        <p:spPr>
          <a:xfrm>
            <a:off x="3192075" y="3292350"/>
            <a:ext cx="2805900" cy="1704900"/>
          </a:xfrm>
          <a:prstGeom prst="rect">
            <a:avLst/>
          </a:prstGeom>
          <a:noFill/>
          <a:ln>
            <a:noFill/>
          </a:ln>
        </p:spPr>
        <p:txBody>
          <a:bodyPr anchorCtr="0" anchor="ctr" bIns="0" lIns="0" spcFirstLastPara="1" rIns="0" wrap="square" tIns="0">
            <a:noAutofit/>
          </a:bodyPr>
          <a:lstStyle/>
          <a:p>
            <a:pPr indent="0" lvl="0" marL="0" marR="33113" rtl="0" algn="l">
              <a:spcBef>
                <a:spcPts val="0"/>
              </a:spcBef>
              <a:spcAft>
                <a:spcPts val="0"/>
              </a:spcAft>
              <a:buNone/>
            </a:pPr>
            <a:r>
              <a:rPr lang="en" sz="1500">
                <a:solidFill>
                  <a:schemeClr val="lt1"/>
                </a:solidFill>
                <a:latin typeface="Trebuchet MS"/>
                <a:ea typeface="Trebuchet MS"/>
                <a:cs typeface="Trebuchet MS"/>
                <a:sym typeface="Trebuchet MS"/>
              </a:rPr>
              <a:t>Extracted using timestamps:</a:t>
            </a:r>
            <a:endParaRPr sz="1500">
              <a:solidFill>
                <a:schemeClr val="lt1"/>
              </a:solidFill>
              <a:latin typeface="Trebuchet MS"/>
              <a:ea typeface="Trebuchet MS"/>
              <a:cs typeface="Trebuchet MS"/>
              <a:sym typeface="Trebuchet MS"/>
            </a:endParaRPr>
          </a:p>
          <a:p>
            <a:pPr indent="-209550" lvl="0" marL="285750" marR="33113" rtl="0" algn="l">
              <a:spcBef>
                <a:spcPts val="0"/>
              </a:spcBef>
              <a:spcAft>
                <a:spcPts val="0"/>
              </a:spcAft>
              <a:buClr>
                <a:schemeClr val="lt1"/>
              </a:buClr>
              <a:buSzPts val="1500"/>
              <a:buFont typeface="Trebuchet MS"/>
              <a:buChar char="●"/>
            </a:pPr>
            <a:r>
              <a:rPr lang="en" sz="1500">
                <a:solidFill>
                  <a:schemeClr val="lt1"/>
                </a:solidFill>
                <a:latin typeface="Trebuchet MS"/>
                <a:ea typeface="Trebuchet MS"/>
                <a:cs typeface="Trebuchet MS"/>
                <a:sym typeface="Trebuchet MS"/>
              </a:rPr>
              <a:t>Type of run (10)</a:t>
            </a:r>
            <a:endParaRPr sz="1500">
              <a:solidFill>
                <a:schemeClr val="lt1"/>
              </a:solidFill>
              <a:latin typeface="Trebuchet MS"/>
              <a:ea typeface="Trebuchet MS"/>
              <a:cs typeface="Trebuchet MS"/>
              <a:sym typeface="Trebuchet MS"/>
            </a:endParaRPr>
          </a:p>
          <a:p>
            <a:pPr indent="-209550" lvl="0" marL="285750" marR="33113" rtl="0" algn="l">
              <a:spcBef>
                <a:spcPts val="0"/>
              </a:spcBef>
              <a:spcAft>
                <a:spcPts val="0"/>
              </a:spcAft>
              <a:buClr>
                <a:schemeClr val="lt1"/>
              </a:buClr>
              <a:buSzPts val="1500"/>
              <a:buFont typeface="Trebuchet MS"/>
              <a:buChar char="●"/>
            </a:pPr>
            <a:r>
              <a:rPr lang="en" sz="1500">
                <a:solidFill>
                  <a:schemeClr val="lt1"/>
                </a:solidFill>
                <a:latin typeface="Trebuchet MS"/>
                <a:ea typeface="Trebuchet MS"/>
                <a:cs typeface="Trebuchet MS"/>
                <a:sym typeface="Trebuchet MS"/>
              </a:rPr>
              <a:t>Possession Phase (6)</a:t>
            </a:r>
            <a:endParaRPr sz="1500">
              <a:solidFill>
                <a:schemeClr val="lt1"/>
              </a:solidFill>
              <a:latin typeface="Trebuchet MS"/>
              <a:ea typeface="Trebuchet MS"/>
              <a:cs typeface="Trebuchet MS"/>
              <a:sym typeface="Trebuchet MS"/>
            </a:endParaRPr>
          </a:p>
          <a:p>
            <a:pPr indent="-209550" lvl="0" marL="285750" marR="33113" rtl="0" algn="l">
              <a:spcBef>
                <a:spcPts val="0"/>
              </a:spcBef>
              <a:spcAft>
                <a:spcPts val="0"/>
              </a:spcAft>
              <a:buClr>
                <a:schemeClr val="lt1"/>
              </a:buClr>
              <a:buSzPts val="1500"/>
              <a:buFont typeface="Trebuchet MS"/>
              <a:buChar char="●"/>
            </a:pPr>
            <a:r>
              <a:rPr lang="en" sz="1500">
                <a:solidFill>
                  <a:schemeClr val="lt1"/>
                </a:solidFill>
                <a:latin typeface="Trebuchet MS"/>
                <a:ea typeface="Trebuchet MS"/>
                <a:cs typeface="Trebuchet MS"/>
                <a:sym typeface="Trebuchet MS"/>
              </a:rPr>
              <a:t>Channel (5)</a:t>
            </a:r>
            <a:endParaRPr sz="1500">
              <a:solidFill>
                <a:schemeClr val="lt1"/>
              </a:solidFill>
              <a:latin typeface="Trebuchet MS"/>
              <a:ea typeface="Trebuchet MS"/>
              <a:cs typeface="Trebuchet MS"/>
              <a:sym typeface="Trebuchet MS"/>
            </a:endParaRPr>
          </a:p>
          <a:p>
            <a:pPr indent="-209550" lvl="0" marL="285750" marR="33113" rtl="0" algn="l">
              <a:spcBef>
                <a:spcPts val="0"/>
              </a:spcBef>
              <a:spcAft>
                <a:spcPts val="0"/>
              </a:spcAft>
              <a:buClr>
                <a:schemeClr val="lt1"/>
              </a:buClr>
              <a:buSzPts val="1500"/>
              <a:buFont typeface="Trebuchet MS"/>
              <a:buChar char="●"/>
            </a:pPr>
            <a:r>
              <a:rPr lang="en" sz="1500">
                <a:solidFill>
                  <a:schemeClr val="lt1"/>
                </a:solidFill>
                <a:latin typeface="Trebuchet MS"/>
                <a:ea typeface="Trebuchet MS"/>
                <a:cs typeface="Trebuchet MS"/>
                <a:sym typeface="Trebuchet MS"/>
              </a:rPr>
              <a:t>Channel Difference (5)</a:t>
            </a:r>
            <a:endParaRPr sz="1500">
              <a:solidFill>
                <a:schemeClr val="lt1"/>
              </a:solidFill>
              <a:latin typeface="Trebuchet MS"/>
              <a:ea typeface="Trebuchet MS"/>
              <a:cs typeface="Trebuchet MS"/>
              <a:sym typeface="Trebuchet MS"/>
            </a:endParaRPr>
          </a:p>
        </p:txBody>
      </p:sp>
      <p:sp>
        <p:nvSpPr>
          <p:cNvPr id="153" name="Google Shape;153;p24"/>
          <p:cNvSpPr/>
          <p:nvPr/>
        </p:nvSpPr>
        <p:spPr>
          <a:xfrm>
            <a:off x="6251075" y="901612"/>
            <a:ext cx="2619000" cy="687300"/>
          </a:xfrm>
          <a:prstGeom prst="snip1Rect">
            <a:avLst>
              <a:gd fmla="val 33352" name="adj"/>
            </a:avLst>
          </a:prstGeom>
          <a:gradFill>
            <a:gsLst>
              <a:gs pos="0">
                <a:srgbClr val="32FE6B"/>
              </a:gs>
              <a:gs pos="100000">
                <a:srgbClr val="C8FF6A"/>
              </a:gs>
            </a:gsLst>
            <a:lin ang="16198662" scaled="0"/>
          </a:gradFill>
          <a:ln>
            <a:noFill/>
          </a:ln>
        </p:spPr>
        <p:txBody>
          <a:bodyPr anchorCtr="0" anchor="ctr" bIns="91700" lIns="91700" spcFirstLastPara="1" rIns="91700" wrap="square" tIns="91700">
            <a:noAutofit/>
          </a:bodyPr>
          <a:lstStyle/>
          <a:p>
            <a:pPr indent="0" lvl="0" marL="0" marR="0" rtl="0" algn="ctr">
              <a:lnSpc>
                <a:spcPct val="100000"/>
              </a:lnSpc>
              <a:spcBef>
                <a:spcPts val="0"/>
              </a:spcBef>
              <a:spcAft>
                <a:spcPts val="0"/>
              </a:spcAft>
              <a:buClr>
                <a:srgbClr val="000000"/>
              </a:buClr>
              <a:buSzPts val="1404"/>
              <a:buFont typeface="Arial"/>
              <a:buNone/>
            </a:pPr>
            <a:r>
              <a:t/>
            </a:r>
            <a:endParaRPr b="0" i="0" sz="1404" u="none" cap="none" strike="noStrike">
              <a:solidFill>
                <a:srgbClr val="000000"/>
              </a:solidFill>
              <a:latin typeface="Arial"/>
              <a:ea typeface="Arial"/>
              <a:cs typeface="Arial"/>
              <a:sym typeface="Arial"/>
            </a:endParaRPr>
          </a:p>
        </p:txBody>
      </p:sp>
      <p:sp>
        <p:nvSpPr>
          <p:cNvPr id="154" name="Google Shape;154;p24"/>
          <p:cNvSpPr txBox="1"/>
          <p:nvPr>
            <p:ph idx="4294967295" type="ctrTitle"/>
          </p:nvPr>
        </p:nvSpPr>
        <p:spPr>
          <a:xfrm>
            <a:off x="6932450" y="905237"/>
            <a:ext cx="1532400" cy="683700"/>
          </a:xfrm>
          <a:prstGeom prst="rect">
            <a:avLst/>
          </a:prstGeom>
          <a:noFill/>
          <a:ln>
            <a:noFill/>
          </a:ln>
        </p:spPr>
        <p:txBody>
          <a:bodyPr anchorCtr="0" anchor="ctr" bIns="0" lIns="0" spcFirstLastPara="1" rIns="0" wrap="square" tIns="36000">
            <a:noAutofit/>
          </a:bodyPr>
          <a:lstStyle/>
          <a:p>
            <a:pPr indent="0" lvl="0" marL="0" marR="0" rtl="0" algn="l">
              <a:lnSpc>
                <a:spcPct val="80000"/>
              </a:lnSpc>
              <a:spcBef>
                <a:spcPts val="0"/>
              </a:spcBef>
              <a:spcAft>
                <a:spcPts val="0"/>
              </a:spcAft>
              <a:buClr>
                <a:srgbClr val="000000"/>
              </a:buClr>
              <a:buSzPts val="993"/>
              <a:buFont typeface="Arial"/>
              <a:buNone/>
            </a:pPr>
            <a:r>
              <a:rPr lang="en" sz="2100">
                <a:latin typeface="Chakra Petch SemiBold"/>
                <a:ea typeface="Chakra Petch SemiBold"/>
                <a:cs typeface="Chakra Petch SemiBold"/>
                <a:sym typeface="Chakra Petch SemiBold"/>
              </a:rPr>
              <a:t>Analyses</a:t>
            </a:r>
            <a:endParaRPr b="0" i="0" sz="2100" u="none" cap="none" strike="noStrike">
              <a:solidFill>
                <a:schemeClr val="dk1"/>
              </a:solidFill>
              <a:latin typeface="Chakra Petch SemiBold"/>
              <a:ea typeface="Chakra Petch SemiBold"/>
              <a:cs typeface="Chakra Petch SemiBold"/>
              <a:sym typeface="Chakra Petch SemiBold"/>
            </a:endParaRPr>
          </a:p>
        </p:txBody>
      </p:sp>
      <p:sp>
        <p:nvSpPr>
          <p:cNvPr id="155" name="Google Shape;155;p24"/>
          <p:cNvSpPr txBox="1"/>
          <p:nvPr>
            <p:ph idx="4294967295" type="ctrTitle"/>
          </p:nvPr>
        </p:nvSpPr>
        <p:spPr>
          <a:xfrm>
            <a:off x="6251075" y="726462"/>
            <a:ext cx="681600" cy="862500"/>
          </a:xfrm>
          <a:prstGeom prst="rect">
            <a:avLst/>
          </a:prstGeom>
          <a:noFill/>
          <a:ln>
            <a:noFill/>
          </a:ln>
          <a:effectLst>
            <a:outerShdw blurRad="142875" rotWithShape="0" algn="bl">
              <a:schemeClr val="dk1"/>
            </a:outerShdw>
          </a:effectLst>
        </p:spPr>
        <p:txBody>
          <a:bodyPr anchorCtr="0" anchor="b" bIns="0" lIns="0" spcFirstLastPara="1" rIns="0" wrap="square" tIns="0">
            <a:noAutofit/>
          </a:bodyPr>
          <a:lstStyle/>
          <a:p>
            <a:pPr indent="0" lvl="0" marL="0" marR="0" rtl="0" algn="ctr">
              <a:lnSpc>
                <a:spcPct val="80000"/>
              </a:lnSpc>
              <a:spcBef>
                <a:spcPts val="0"/>
              </a:spcBef>
              <a:spcAft>
                <a:spcPts val="0"/>
              </a:spcAft>
              <a:buClr>
                <a:srgbClr val="000000"/>
              </a:buClr>
              <a:buSzPts val="993"/>
              <a:buFont typeface="Arial"/>
              <a:buNone/>
            </a:pPr>
            <a:r>
              <a:rPr b="1" i="1" lang="en" sz="6000" u="none" cap="none" strike="noStrike">
                <a:solidFill>
                  <a:schemeClr val="lt1"/>
                </a:solidFill>
                <a:latin typeface="Chakra Petch"/>
                <a:ea typeface="Chakra Petch"/>
                <a:cs typeface="Chakra Petch"/>
                <a:sym typeface="Chakra Petch"/>
              </a:rPr>
              <a:t>3</a:t>
            </a:r>
            <a:endParaRPr b="1" i="1" sz="6000" u="none" cap="none" strike="noStrike">
              <a:solidFill>
                <a:schemeClr val="lt1"/>
              </a:solidFill>
              <a:latin typeface="Chakra Petch"/>
              <a:ea typeface="Chakra Petch"/>
              <a:cs typeface="Chakra Petch"/>
              <a:sym typeface="Chakra Petch"/>
            </a:endParaRPr>
          </a:p>
        </p:txBody>
      </p:sp>
      <p:sp>
        <p:nvSpPr>
          <p:cNvPr id="156" name="Google Shape;156;p24"/>
          <p:cNvSpPr txBox="1"/>
          <p:nvPr>
            <p:ph idx="4294967295" type="ctrTitle"/>
          </p:nvPr>
        </p:nvSpPr>
        <p:spPr>
          <a:xfrm>
            <a:off x="6373300" y="1648150"/>
            <a:ext cx="2436900" cy="308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47"/>
              <a:buFont typeface="Arial"/>
              <a:buNone/>
            </a:pPr>
            <a:r>
              <a:rPr lang="en" sz="1500">
                <a:solidFill>
                  <a:schemeClr val="lt1"/>
                </a:solidFill>
                <a:latin typeface="Trebuchet MS"/>
                <a:ea typeface="Trebuchet MS"/>
                <a:cs typeface="Trebuchet MS"/>
                <a:sym typeface="Trebuchet MS"/>
              </a:rPr>
              <a:t>Generalized Mixed Models (GLMM) to test for off-ball run main effects on ball </a:t>
            </a:r>
            <a:r>
              <a:rPr b="1" lang="en" sz="1500">
                <a:solidFill>
                  <a:schemeClr val="lt1"/>
                </a:solidFill>
                <a:latin typeface="Trebuchet MS"/>
                <a:ea typeface="Trebuchet MS"/>
                <a:cs typeface="Trebuchet MS"/>
                <a:sym typeface="Trebuchet MS"/>
              </a:rPr>
              <a:t>progression</a:t>
            </a:r>
            <a:r>
              <a:rPr lang="en" sz="1500">
                <a:solidFill>
                  <a:schemeClr val="lt1"/>
                </a:solidFill>
                <a:latin typeface="Trebuchet MS"/>
                <a:ea typeface="Trebuchet MS"/>
                <a:cs typeface="Trebuchet MS"/>
                <a:sym typeface="Trebuchet MS"/>
              </a:rPr>
              <a:t> &amp; </a:t>
            </a:r>
            <a:r>
              <a:rPr b="1" lang="en" sz="1500">
                <a:solidFill>
                  <a:schemeClr val="lt1"/>
                </a:solidFill>
                <a:latin typeface="Trebuchet MS"/>
                <a:ea typeface="Trebuchet MS"/>
                <a:cs typeface="Trebuchet MS"/>
                <a:sym typeface="Trebuchet MS"/>
              </a:rPr>
              <a:t>retention</a:t>
            </a:r>
            <a:endParaRPr b="1" sz="1500">
              <a:solidFill>
                <a:schemeClr val="lt1"/>
              </a:solidFill>
              <a:latin typeface="Trebuchet MS"/>
              <a:ea typeface="Trebuchet MS"/>
              <a:cs typeface="Trebuchet MS"/>
              <a:sym typeface="Trebuchet MS"/>
            </a:endParaRPr>
          </a:p>
          <a:p>
            <a:pPr indent="0" lvl="0" marL="0" marR="0" rtl="0" algn="l">
              <a:lnSpc>
                <a:spcPct val="100000"/>
              </a:lnSpc>
              <a:spcBef>
                <a:spcPts val="0"/>
              </a:spcBef>
              <a:spcAft>
                <a:spcPts val="0"/>
              </a:spcAft>
              <a:buClr>
                <a:schemeClr val="dk1"/>
              </a:buClr>
              <a:buSzPts val="947"/>
              <a:buFont typeface="Arial"/>
              <a:buNone/>
            </a:pPr>
            <a:r>
              <a:t/>
            </a:r>
            <a:endParaRPr b="1" sz="1500">
              <a:solidFill>
                <a:schemeClr val="lt1"/>
              </a:solidFill>
              <a:latin typeface="Trebuchet MS"/>
              <a:ea typeface="Trebuchet MS"/>
              <a:cs typeface="Trebuchet MS"/>
              <a:sym typeface="Trebuchet MS"/>
            </a:endParaRPr>
          </a:p>
          <a:p>
            <a:pPr indent="0" lvl="0" marL="0" marR="0" rtl="0" algn="l">
              <a:lnSpc>
                <a:spcPct val="100000"/>
              </a:lnSpc>
              <a:spcBef>
                <a:spcPts val="0"/>
              </a:spcBef>
              <a:spcAft>
                <a:spcPts val="0"/>
              </a:spcAft>
              <a:buClr>
                <a:schemeClr val="dk1"/>
              </a:buClr>
              <a:buSzPts val="947"/>
              <a:buFont typeface="Arial"/>
              <a:buNone/>
            </a:pPr>
            <a:r>
              <a:rPr lang="en" sz="1500">
                <a:solidFill>
                  <a:schemeClr val="lt1"/>
                </a:solidFill>
                <a:latin typeface="Trebuchet MS"/>
                <a:ea typeface="Trebuchet MS"/>
                <a:cs typeface="Trebuchet MS"/>
                <a:sym typeface="Trebuchet MS"/>
              </a:rPr>
              <a:t>Pairwise comparisons using Tukey Kramer</a:t>
            </a:r>
            <a:endParaRPr sz="1500">
              <a:solidFill>
                <a:schemeClr val="lt1"/>
              </a:solidFill>
              <a:latin typeface="Trebuchet MS"/>
              <a:ea typeface="Trebuchet MS"/>
              <a:cs typeface="Trebuchet MS"/>
              <a:sym typeface="Trebuchet MS"/>
            </a:endParaRPr>
          </a:p>
          <a:p>
            <a:pPr indent="0" lvl="0" marL="0" marR="0" rtl="0" algn="l">
              <a:lnSpc>
                <a:spcPct val="100000"/>
              </a:lnSpc>
              <a:spcBef>
                <a:spcPts val="0"/>
              </a:spcBef>
              <a:spcAft>
                <a:spcPts val="0"/>
              </a:spcAft>
              <a:buClr>
                <a:schemeClr val="dk1"/>
              </a:buClr>
              <a:buSzPts val="947"/>
              <a:buFont typeface="Arial"/>
              <a:buNone/>
            </a:pPr>
            <a:r>
              <a:t/>
            </a:r>
            <a:endParaRPr sz="1500">
              <a:solidFill>
                <a:schemeClr val="lt1"/>
              </a:solidFill>
              <a:latin typeface="Trebuchet MS"/>
              <a:ea typeface="Trebuchet MS"/>
              <a:cs typeface="Trebuchet MS"/>
              <a:sym typeface="Trebuchet MS"/>
            </a:endParaRPr>
          </a:p>
          <a:p>
            <a:pPr indent="0" lvl="0" marL="0" marR="0" rtl="0" algn="l">
              <a:lnSpc>
                <a:spcPct val="100000"/>
              </a:lnSpc>
              <a:spcBef>
                <a:spcPts val="0"/>
              </a:spcBef>
              <a:spcAft>
                <a:spcPts val="0"/>
              </a:spcAft>
              <a:buClr>
                <a:schemeClr val="dk1"/>
              </a:buClr>
              <a:buSzPts val="947"/>
              <a:buFont typeface="Arial"/>
              <a:buNone/>
            </a:pPr>
            <a:r>
              <a:rPr lang="en" sz="1500">
                <a:solidFill>
                  <a:schemeClr val="lt1"/>
                </a:solidFill>
                <a:latin typeface="Trebuchet MS"/>
                <a:ea typeface="Trebuchet MS"/>
                <a:cs typeface="Trebuchet MS"/>
                <a:sym typeface="Trebuchet MS"/>
              </a:rPr>
              <a:t>Interactions not included due to low sample sizes</a:t>
            </a:r>
            <a:endParaRPr sz="1500">
              <a:solidFill>
                <a:schemeClr val="lt1"/>
              </a:solidFill>
              <a:latin typeface="Trebuchet MS"/>
              <a:ea typeface="Trebuchet MS"/>
              <a:cs typeface="Trebuchet MS"/>
              <a:sym typeface="Trebuchet MS"/>
            </a:endParaRPr>
          </a:p>
          <a:p>
            <a:pPr indent="0" lvl="0" marL="0" marR="0" rtl="0" algn="l">
              <a:lnSpc>
                <a:spcPct val="100000"/>
              </a:lnSpc>
              <a:spcBef>
                <a:spcPts val="0"/>
              </a:spcBef>
              <a:spcAft>
                <a:spcPts val="0"/>
              </a:spcAft>
              <a:buClr>
                <a:schemeClr val="dk1"/>
              </a:buClr>
              <a:buSzPts val="947"/>
              <a:buFont typeface="Arial"/>
              <a:buNone/>
            </a:pPr>
            <a:r>
              <a:t/>
            </a:r>
            <a:endParaRPr sz="1500">
              <a:solidFill>
                <a:schemeClr val="lt1"/>
              </a:solidFill>
              <a:latin typeface="Trebuchet MS"/>
              <a:ea typeface="Trebuchet MS"/>
              <a:cs typeface="Trebuchet MS"/>
              <a:sym typeface="Trebuchet MS"/>
            </a:endParaRPr>
          </a:p>
          <a:p>
            <a:pPr indent="0" lvl="0" marL="0" marR="0" rtl="0" algn="l">
              <a:lnSpc>
                <a:spcPct val="100000"/>
              </a:lnSpc>
              <a:spcBef>
                <a:spcPts val="0"/>
              </a:spcBef>
              <a:spcAft>
                <a:spcPts val="0"/>
              </a:spcAft>
              <a:buClr>
                <a:schemeClr val="dk1"/>
              </a:buClr>
              <a:buSzPts val="947"/>
              <a:buFont typeface="Arial"/>
              <a:buNone/>
            </a:pPr>
            <a:r>
              <a:t/>
            </a:r>
            <a:endParaRPr sz="1113">
              <a:solidFill>
                <a:schemeClr val="lt1"/>
              </a:solidFill>
              <a:latin typeface="Trebuchet MS"/>
              <a:ea typeface="Trebuchet MS"/>
              <a:cs typeface="Trebuchet MS"/>
              <a:sym typeface="Trebuchet MS"/>
            </a:endParaRPr>
          </a:p>
          <a:p>
            <a:pPr indent="0" lvl="0" marL="0" marR="0" rtl="0" algn="l">
              <a:lnSpc>
                <a:spcPct val="100000"/>
              </a:lnSpc>
              <a:spcBef>
                <a:spcPts val="0"/>
              </a:spcBef>
              <a:spcAft>
                <a:spcPts val="0"/>
              </a:spcAft>
              <a:buClr>
                <a:schemeClr val="dk1"/>
              </a:buClr>
              <a:buSzPts val="947"/>
              <a:buFont typeface="Arial"/>
              <a:buNone/>
            </a:pPr>
            <a:r>
              <a:t/>
            </a:r>
            <a:endParaRPr sz="1113">
              <a:solidFill>
                <a:schemeClr val="lt1"/>
              </a:solidFill>
              <a:latin typeface="Trebuchet MS"/>
              <a:ea typeface="Trebuchet MS"/>
              <a:cs typeface="Trebuchet MS"/>
              <a:sym typeface="Trebuchet MS"/>
            </a:endParaRPr>
          </a:p>
          <a:p>
            <a:pPr indent="0" lvl="0" marL="0" marR="0" rtl="0" algn="l">
              <a:lnSpc>
                <a:spcPct val="100000"/>
              </a:lnSpc>
              <a:spcBef>
                <a:spcPts val="0"/>
              </a:spcBef>
              <a:spcAft>
                <a:spcPts val="0"/>
              </a:spcAft>
              <a:buClr>
                <a:schemeClr val="dk1"/>
              </a:buClr>
              <a:buSzPts val="947"/>
              <a:buFont typeface="Arial"/>
              <a:buNone/>
            </a:pPr>
            <a:r>
              <a:t/>
            </a:r>
            <a:endParaRPr b="0" i="0" sz="1113" u="none" cap="none" strike="noStrike">
              <a:solidFill>
                <a:schemeClr val="lt1"/>
              </a:solidFill>
              <a:latin typeface="Trebuchet MS"/>
              <a:ea typeface="Trebuchet MS"/>
              <a:cs typeface="Trebuchet MS"/>
              <a:sym typeface="Trebuchet M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1" name="Shape 161"/>
        <p:cNvGrpSpPr/>
        <p:nvPr/>
      </p:nvGrpSpPr>
      <p:grpSpPr>
        <a:xfrm>
          <a:off x="0" y="0"/>
          <a:ext cx="0" cy="0"/>
          <a:chOff x="0" y="0"/>
          <a:chExt cx="0" cy="0"/>
        </a:xfrm>
      </p:grpSpPr>
      <p:sp>
        <p:nvSpPr>
          <p:cNvPr id="162" name="Google Shape;162;p25"/>
          <p:cNvSpPr/>
          <p:nvPr/>
        </p:nvSpPr>
        <p:spPr>
          <a:xfrm rot="5400000">
            <a:off x="-712912" y="632413"/>
            <a:ext cx="5199700" cy="3872425"/>
          </a:xfrm>
          <a:prstGeom prst="flowChartManualInput">
            <a:avLst/>
          </a:prstGeom>
          <a:solidFill>
            <a:srgbClr val="32FE6B">
              <a:alpha val="8630"/>
            </a:srgbClr>
          </a:solidFill>
          <a:ln cap="flat" cmpd="sng" w="9525">
            <a:solidFill>
              <a:srgbClr val="32FF6A"/>
            </a:solidFill>
            <a:prstDash val="solid"/>
            <a:round/>
            <a:headEnd len="sm" w="sm" type="none"/>
            <a:tailEnd len="sm" w="sm" type="none"/>
          </a:ln>
          <a:effectLst>
            <a:outerShdw blurRad="885825" rotWithShape="0" algn="bl" dir="5400000" dist="19050">
              <a:srgbClr val="32FF6A">
                <a:alpha val="8863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25"/>
          <p:cNvSpPr txBox="1"/>
          <p:nvPr/>
        </p:nvSpPr>
        <p:spPr>
          <a:xfrm>
            <a:off x="206925" y="801575"/>
            <a:ext cx="2955900" cy="40599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 sz="1310" u="sng">
                <a:solidFill>
                  <a:schemeClr val="lt1"/>
                </a:solidFill>
                <a:latin typeface="Trebuchet MS"/>
                <a:ea typeface="Trebuchet MS"/>
                <a:cs typeface="Trebuchet MS"/>
                <a:sym typeface="Trebuchet MS"/>
              </a:rPr>
              <a:t>Ball Retention</a:t>
            </a:r>
            <a:endParaRPr b="1" sz="1310" u="sng">
              <a:solidFill>
                <a:schemeClr val="lt1"/>
              </a:solidFill>
              <a:latin typeface="Trebuchet MS"/>
              <a:ea typeface="Trebuchet MS"/>
              <a:cs typeface="Trebuchet MS"/>
              <a:sym typeface="Trebuchet MS"/>
            </a:endParaRPr>
          </a:p>
          <a:p>
            <a:pPr indent="0" lvl="0" marL="0" rtl="0" algn="l">
              <a:spcBef>
                <a:spcPts val="0"/>
              </a:spcBef>
              <a:spcAft>
                <a:spcPts val="0"/>
              </a:spcAft>
              <a:buNone/>
            </a:pPr>
            <a:r>
              <a:rPr lang="en" sz="1310">
                <a:solidFill>
                  <a:schemeClr val="lt1"/>
                </a:solidFill>
                <a:latin typeface="Trebuchet MS"/>
                <a:ea typeface="Trebuchet MS"/>
                <a:cs typeface="Trebuchet MS"/>
                <a:sym typeface="Trebuchet MS"/>
              </a:rPr>
              <a:t>Possession Phase (p&lt;0.0001), Run Type (p=0.0001), Run Channel (p=0.0248)</a:t>
            </a:r>
            <a:endParaRPr sz="1310">
              <a:solidFill>
                <a:schemeClr val="lt1"/>
              </a:solidFill>
              <a:latin typeface="Trebuchet MS"/>
              <a:ea typeface="Trebuchet MS"/>
              <a:cs typeface="Trebuchet MS"/>
              <a:sym typeface="Trebuchet MS"/>
            </a:endParaRPr>
          </a:p>
          <a:p>
            <a:pPr indent="0" lvl="0" marL="0" rtl="0" algn="l">
              <a:spcBef>
                <a:spcPts val="0"/>
              </a:spcBef>
              <a:spcAft>
                <a:spcPts val="0"/>
              </a:spcAft>
              <a:buClr>
                <a:schemeClr val="dk1"/>
              </a:buClr>
              <a:buSzPts val="1100"/>
              <a:buFont typeface="Arial"/>
              <a:buNone/>
            </a:pPr>
            <a:r>
              <a:t/>
            </a:r>
            <a:endParaRPr sz="1310">
              <a:solidFill>
                <a:schemeClr val="lt1"/>
              </a:solidFill>
              <a:latin typeface="Trebuchet MS"/>
              <a:ea typeface="Trebuchet MS"/>
              <a:cs typeface="Trebuchet MS"/>
              <a:sym typeface="Trebuchet MS"/>
            </a:endParaRPr>
          </a:p>
          <a:p>
            <a:pPr indent="0" lvl="0" marL="0" rtl="0" algn="l">
              <a:spcBef>
                <a:spcPts val="0"/>
              </a:spcBef>
              <a:spcAft>
                <a:spcPts val="0"/>
              </a:spcAft>
              <a:buClr>
                <a:schemeClr val="dk1"/>
              </a:buClr>
              <a:buSzPts val="1100"/>
              <a:buFont typeface="Arial"/>
              <a:buNone/>
            </a:pPr>
            <a:r>
              <a:rPr b="1" lang="en" sz="1310" u="sng">
                <a:solidFill>
                  <a:schemeClr val="lt1"/>
                </a:solidFill>
                <a:latin typeface="Trebuchet MS"/>
                <a:ea typeface="Trebuchet MS"/>
                <a:cs typeface="Trebuchet MS"/>
                <a:sym typeface="Trebuchet MS"/>
              </a:rPr>
              <a:t>Ball Progression</a:t>
            </a:r>
            <a:endParaRPr b="1" sz="1310" u="sng">
              <a:solidFill>
                <a:schemeClr val="lt1"/>
              </a:solidFill>
              <a:latin typeface="Trebuchet MS"/>
              <a:ea typeface="Trebuchet MS"/>
              <a:cs typeface="Trebuchet MS"/>
              <a:sym typeface="Trebuchet MS"/>
            </a:endParaRPr>
          </a:p>
          <a:p>
            <a:pPr indent="0" lvl="0" marL="0" rtl="0" algn="l">
              <a:spcBef>
                <a:spcPts val="0"/>
              </a:spcBef>
              <a:spcAft>
                <a:spcPts val="0"/>
              </a:spcAft>
              <a:buNone/>
            </a:pPr>
            <a:r>
              <a:rPr lang="en" sz="1310">
                <a:solidFill>
                  <a:schemeClr val="lt1"/>
                </a:solidFill>
                <a:latin typeface="Trebuchet MS"/>
                <a:ea typeface="Trebuchet MS"/>
                <a:cs typeface="Trebuchet MS"/>
                <a:sym typeface="Trebuchet MS"/>
              </a:rPr>
              <a:t>Possession Phase (p&lt;0.0001), Run Type (p&lt;0.0001), Channel Difference (p=0.0007)</a:t>
            </a:r>
            <a:endParaRPr sz="1310">
              <a:solidFill>
                <a:schemeClr val="lt1"/>
              </a:solidFill>
              <a:latin typeface="Trebuchet MS"/>
              <a:ea typeface="Trebuchet MS"/>
              <a:cs typeface="Trebuchet MS"/>
              <a:sym typeface="Trebuchet MS"/>
            </a:endParaRPr>
          </a:p>
          <a:p>
            <a:pPr indent="0" lvl="0" marL="0" rtl="0" algn="l">
              <a:spcBef>
                <a:spcPts val="0"/>
              </a:spcBef>
              <a:spcAft>
                <a:spcPts val="0"/>
              </a:spcAft>
              <a:buClr>
                <a:schemeClr val="dk1"/>
              </a:buClr>
              <a:buSzPts val="1100"/>
              <a:buFont typeface="Arial"/>
              <a:buNone/>
            </a:pPr>
            <a:r>
              <a:t/>
            </a:r>
            <a:endParaRPr sz="1310">
              <a:solidFill>
                <a:schemeClr val="lt1"/>
              </a:solidFill>
              <a:latin typeface="Trebuchet MS"/>
              <a:ea typeface="Trebuchet MS"/>
              <a:cs typeface="Trebuchet MS"/>
              <a:sym typeface="Trebuchet MS"/>
            </a:endParaRPr>
          </a:p>
          <a:p>
            <a:pPr indent="0" lvl="0" marL="0" rtl="0" algn="l">
              <a:spcBef>
                <a:spcPts val="0"/>
              </a:spcBef>
              <a:spcAft>
                <a:spcPts val="0"/>
              </a:spcAft>
              <a:buClr>
                <a:schemeClr val="dk1"/>
              </a:buClr>
              <a:buSzPts val="1100"/>
              <a:buFont typeface="Arial"/>
              <a:buNone/>
            </a:pPr>
            <a:r>
              <a:rPr b="1" lang="en" sz="1310" u="sng">
                <a:solidFill>
                  <a:schemeClr val="lt1"/>
                </a:solidFill>
                <a:latin typeface="Trebuchet MS"/>
                <a:ea typeface="Trebuchet MS"/>
                <a:cs typeface="Trebuchet MS"/>
                <a:sym typeface="Trebuchet MS"/>
              </a:rPr>
              <a:t>Examples</a:t>
            </a:r>
            <a:endParaRPr b="1" sz="1310" u="sng">
              <a:solidFill>
                <a:schemeClr val="lt1"/>
              </a:solidFill>
              <a:latin typeface="Trebuchet MS"/>
              <a:ea typeface="Trebuchet MS"/>
              <a:cs typeface="Trebuchet MS"/>
              <a:sym typeface="Trebuchet MS"/>
            </a:endParaRPr>
          </a:p>
          <a:p>
            <a:pPr indent="-311785" lvl="0" marL="457200" rtl="0" algn="l">
              <a:spcBef>
                <a:spcPts val="1000"/>
              </a:spcBef>
              <a:spcAft>
                <a:spcPts val="0"/>
              </a:spcAft>
              <a:buClr>
                <a:schemeClr val="lt1"/>
              </a:buClr>
              <a:buSzPts val="1310"/>
              <a:buFont typeface="Trebuchet MS"/>
              <a:buChar char="●"/>
            </a:pPr>
            <a:r>
              <a:rPr lang="en" sz="1310">
                <a:solidFill>
                  <a:schemeClr val="lt1"/>
                </a:solidFill>
                <a:latin typeface="Trebuchet MS"/>
                <a:ea typeface="Trebuchet MS"/>
                <a:cs typeface="Trebuchet MS"/>
                <a:sym typeface="Trebuchet MS"/>
              </a:rPr>
              <a:t>2.8 greater odds of ball retention with a ‘Cross Receiver’ run vs. ‘Pulling Half Space’ run</a:t>
            </a:r>
            <a:endParaRPr sz="1310">
              <a:solidFill>
                <a:schemeClr val="lt1"/>
              </a:solidFill>
              <a:latin typeface="Trebuchet MS"/>
              <a:ea typeface="Trebuchet MS"/>
              <a:cs typeface="Trebuchet MS"/>
              <a:sym typeface="Trebuchet MS"/>
            </a:endParaRPr>
          </a:p>
          <a:p>
            <a:pPr indent="-311785" lvl="0" marL="457200" rtl="0" algn="l">
              <a:spcBef>
                <a:spcPts val="1000"/>
              </a:spcBef>
              <a:spcAft>
                <a:spcPts val="0"/>
              </a:spcAft>
              <a:buClr>
                <a:schemeClr val="lt1"/>
              </a:buClr>
              <a:buSzPts val="1310"/>
              <a:buFont typeface="Trebuchet MS"/>
              <a:buChar char="●"/>
            </a:pPr>
            <a:r>
              <a:rPr lang="en" sz="1310">
                <a:solidFill>
                  <a:schemeClr val="lt1"/>
                </a:solidFill>
                <a:latin typeface="Trebuchet MS"/>
                <a:ea typeface="Trebuchet MS"/>
                <a:cs typeface="Trebuchet MS"/>
                <a:sym typeface="Trebuchet MS"/>
              </a:rPr>
              <a:t>Runs in the same or adjacent channel to the dribble led to significantly lower odds of ball progression than runs two or three channels away</a:t>
            </a:r>
            <a:endParaRPr sz="1310">
              <a:solidFill>
                <a:schemeClr val="lt1"/>
              </a:solidFill>
              <a:latin typeface="Trebuchet MS"/>
              <a:ea typeface="Trebuchet MS"/>
              <a:cs typeface="Trebuchet MS"/>
              <a:sym typeface="Trebuchet MS"/>
            </a:endParaRPr>
          </a:p>
          <a:p>
            <a:pPr indent="0" lvl="0" marL="0" rtl="0" algn="l">
              <a:spcBef>
                <a:spcPts val="0"/>
              </a:spcBef>
              <a:spcAft>
                <a:spcPts val="0"/>
              </a:spcAft>
              <a:buNone/>
            </a:pPr>
            <a:r>
              <a:t/>
            </a:r>
            <a:endParaRPr sz="1310">
              <a:solidFill>
                <a:schemeClr val="lt1"/>
              </a:solidFill>
              <a:latin typeface="Trebuchet MS"/>
              <a:ea typeface="Trebuchet MS"/>
              <a:cs typeface="Trebuchet MS"/>
              <a:sym typeface="Trebuchet MS"/>
            </a:endParaRPr>
          </a:p>
        </p:txBody>
      </p:sp>
      <p:sp>
        <p:nvSpPr>
          <p:cNvPr id="164" name="Google Shape;164;p25"/>
          <p:cNvSpPr txBox="1"/>
          <p:nvPr>
            <p:ph idx="4294967295" type="ctrTitle"/>
          </p:nvPr>
        </p:nvSpPr>
        <p:spPr>
          <a:xfrm>
            <a:off x="298051" y="336374"/>
            <a:ext cx="4958100" cy="309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800"/>
              <a:buFont typeface="Arial"/>
              <a:buNone/>
            </a:pPr>
            <a:r>
              <a:rPr b="1" lang="en" sz="2200">
                <a:solidFill>
                  <a:schemeClr val="lt1"/>
                </a:solidFill>
                <a:latin typeface="Chakra Petch"/>
                <a:ea typeface="Chakra Petch"/>
                <a:cs typeface="Chakra Petch"/>
                <a:sym typeface="Chakra Petch"/>
              </a:rPr>
              <a:t>Question 1: Results</a:t>
            </a:r>
            <a:endParaRPr b="1" i="0" sz="2200" u="none" cap="none" strike="noStrike">
              <a:solidFill>
                <a:schemeClr val="lt1"/>
              </a:solidFill>
              <a:latin typeface="Chakra Petch"/>
              <a:ea typeface="Chakra Petch"/>
              <a:cs typeface="Chakra Petch"/>
              <a:sym typeface="Chakra Petch"/>
            </a:endParaRPr>
          </a:p>
        </p:txBody>
      </p:sp>
      <p:sp>
        <p:nvSpPr>
          <p:cNvPr id="165" name="Google Shape;165;p25"/>
          <p:cNvSpPr/>
          <p:nvPr/>
        </p:nvSpPr>
        <p:spPr>
          <a:xfrm>
            <a:off x="3798850" y="498300"/>
            <a:ext cx="5103900" cy="495900"/>
          </a:xfrm>
          <a:prstGeom prst="snip1Rect">
            <a:avLst>
              <a:gd fmla="val 33352" name="adj"/>
            </a:avLst>
          </a:prstGeom>
          <a:gradFill>
            <a:gsLst>
              <a:gs pos="0">
                <a:srgbClr val="32FE6B"/>
              </a:gs>
              <a:gs pos="100000">
                <a:srgbClr val="C8FF6A"/>
              </a:gs>
            </a:gsLst>
            <a:lin ang="16198662" scaled="0"/>
          </a:gradFill>
          <a:ln>
            <a:noFill/>
          </a:ln>
        </p:spPr>
        <p:txBody>
          <a:bodyPr anchorCtr="0" anchor="ctr" bIns="91700" lIns="91700" spcFirstLastPara="1" rIns="91700" wrap="square" tIns="91700">
            <a:noAutofit/>
          </a:bodyPr>
          <a:lstStyle/>
          <a:p>
            <a:pPr indent="0" lvl="0" marL="0" marR="0" rtl="0" algn="ctr">
              <a:lnSpc>
                <a:spcPct val="100000"/>
              </a:lnSpc>
              <a:spcBef>
                <a:spcPts val="0"/>
              </a:spcBef>
              <a:spcAft>
                <a:spcPts val="0"/>
              </a:spcAft>
              <a:buClr>
                <a:srgbClr val="000000"/>
              </a:buClr>
              <a:buSzPts val="1404"/>
              <a:buFont typeface="Arial"/>
              <a:buNone/>
            </a:pPr>
            <a:r>
              <a:rPr lang="en" sz="2004">
                <a:latin typeface="Chakra Petch SemiBold"/>
                <a:ea typeface="Chakra Petch SemiBold"/>
                <a:cs typeface="Chakra Petch SemiBold"/>
                <a:sym typeface="Chakra Petch SemiBold"/>
              </a:rPr>
              <a:t>Dribble Success vs. Off Ball Run Type</a:t>
            </a:r>
            <a:endParaRPr i="0" sz="2004" u="none" cap="none" strike="noStrike">
              <a:solidFill>
                <a:srgbClr val="000000"/>
              </a:solidFill>
              <a:latin typeface="Chakra Petch SemiBold"/>
              <a:ea typeface="Chakra Petch SemiBold"/>
              <a:cs typeface="Chakra Petch SemiBold"/>
              <a:sym typeface="Chakra Petch SemiBold"/>
            </a:endParaRPr>
          </a:p>
        </p:txBody>
      </p:sp>
      <p:pic>
        <p:nvPicPr>
          <p:cNvPr id="166" name="Google Shape;166;p25"/>
          <p:cNvPicPr preferRelativeResize="0"/>
          <p:nvPr/>
        </p:nvPicPr>
        <p:blipFill>
          <a:blip r:embed="rId4">
            <a:alphaModFix/>
          </a:blip>
          <a:stretch>
            <a:fillRect/>
          </a:stretch>
        </p:blipFill>
        <p:spPr>
          <a:xfrm>
            <a:off x="3798763" y="994209"/>
            <a:ext cx="5103900" cy="3644750"/>
          </a:xfrm>
          <a:prstGeom prst="rect">
            <a:avLst/>
          </a:prstGeom>
          <a:noFill/>
          <a:ln>
            <a:noFill/>
          </a:ln>
          <a:effectLst>
            <a:outerShdw blurRad="57150" rotWithShape="0" algn="bl" dir="2700000" dist="19050">
              <a:srgbClr val="000000">
                <a:alpha val="50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1" name="Shape 171"/>
        <p:cNvGrpSpPr/>
        <p:nvPr/>
      </p:nvGrpSpPr>
      <p:grpSpPr>
        <a:xfrm>
          <a:off x="0" y="0"/>
          <a:ext cx="0" cy="0"/>
          <a:chOff x="0" y="0"/>
          <a:chExt cx="0" cy="0"/>
        </a:xfrm>
      </p:grpSpPr>
      <p:sp>
        <p:nvSpPr>
          <p:cNvPr id="172" name="Google Shape;172;p26"/>
          <p:cNvSpPr/>
          <p:nvPr/>
        </p:nvSpPr>
        <p:spPr>
          <a:xfrm rot="5400000">
            <a:off x="-712912" y="632413"/>
            <a:ext cx="5199700" cy="3872425"/>
          </a:xfrm>
          <a:prstGeom prst="flowChartManualInput">
            <a:avLst/>
          </a:prstGeom>
          <a:solidFill>
            <a:srgbClr val="32FE6B">
              <a:alpha val="8630"/>
            </a:srgbClr>
          </a:solidFill>
          <a:ln cap="flat" cmpd="sng" w="9525">
            <a:solidFill>
              <a:srgbClr val="32FF6A"/>
            </a:solidFill>
            <a:prstDash val="solid"/>
            <a:round/>
            <a:headEnd len="sm" w="sm" type="none"/>
            <a:tailEnd len="sm" w="sm" type="none"/>
          </a:ln>
          <a:effectLst>
            <a:outerShdw blurRad="885825" rotWithShape="0" algn="bl" dir="5400000" dist="19050">
              <a:srgbClr val="32FF6A">
                <a:alpha val="8863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26"/>
          <p:cNvSpPr txBox="1"/>
          <p:nvPr/>
        </p:nvSpPr>
        <p:spPr>
          <a:xfrm>
            <a:off x="206925" y="801575"/>
            <a:ext cx="2955900" cy="40599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 sz="1310" u="sng">
                <a:solidFill>
                  <a:schemeClr val="lt1"/>
                </a:solidFill>
                <a:latin typeface="Trebuchet MS"/>
                <a:ea typeface="Trebuchet MS"/>
                <a:cs typeface="Trebuchet MS"/>
                <a:sym typeface="Trebuchet MS"/>
              </a:rPr>
              <a:t>Ball Retention</a:t>
            </a:r>
            <a:endParaRPr b="1" sz="1310" u="sng">
              <a:solidFill>
                <a:schemeClr val="lt1"/>
              </a:solidFill>
              <a:latin typeface="Trebuchet MS"/>
              <a:ea typeface="Trebuchet MS"/>
              <a:cs typeface="Trebuchet MS"/>
              <a:sym typeface="Trebuchet MS"/>
            </a:endParaRPr>
          </a:p>
          <a:p>
            <a:pPr indent="0" lvl="0" marL="0" rtl="0" algn="l">
              <a:spcBef>
                <a:spcPts val="0"/>
              </a:spcBef>
              <a:spcAft>
                <a:spcPts val="0"/>
              </a:spcAft>
              <a:buNone/>
            </a:pPr>
            <a:r>
              <a:rPr lang="en" sz="1310">
                <a:solidFill>
                  <a:schemeClr val="lt1"/>
                </a:solidFill>
                <a:latin typeface="Trebuchet MS"/>
                <a:ea typeface="Trebuchet MS"/>
                <a:cs typeface="Trebuchet MS"/>
                <a:sym typeface="Trebuchet MS"/>
              </a:rPr>
              <a:t>Possession Phase (p&lt;0.0001), Run Type (p=0.0001), Run Channel (p=0.0248)</a:t>
            </a:r>
            <a:endParaRPr sz="1310">
              <a:solidFill>
                <a:schemeClr val="lt1"/>
              </a:solidFill>
              <a:latin typeface="Trebuchet MS"/>
              <a:ea typeface="Trebuchet MS"/>
              <a:cs typeface="Trebuchet MS"/>
              <a:sym typeface="Trebuchet MS"/>
            </a:endParaRPr>
          </a:p>
          <a:p>
            <a:pPr indent="0" lvl="0" marL="0" rtl="0" algn="l">
              <a:spcBef>
                <a:spcPts val="0"/>
              </a:spcBef>
              <a:spcAft>
                <a:spcPts val="0"/>
              </a:spcAft>
              <a:buClr>
                <a:schemeClr val="dk1"/>
              </a:buClr>
              <a:buSzPts val="1100"/>
              <a:buFont typeface="Arial"/>
              <a:buNone/>
            </a:pPr>
            <a:r>
              <a:t/>
            </a:r>
            <a:endParaRPr sz="1310">
              <a:solidFill>
                <a:schemeClr val="lt1"/>
              </a:solidFill>
              <a:latin typeface="Trebuchet MS"/>
              <a:ea typeface="Trebuchet MS"/>
              <a:cs typeface="Trebuchet MS"/>
              <a:sym typeface="Trebuchet MS"/>
            </a:endParaRPr>
          </a:p>
          <a:p>
            <a:pPr indent="0" lvl="0" marL="0" rtl="0" algn="l">
              <a:spcBef>
                <a:spcPts val="0"/>
              </a:spcBef>
              <a:spcAft>
                <a:spcPts val="0"/>
              </a:spcAft>
              <a:buClr>
                <a:schemeClr val="dk1"/>
              </a:buClr>
              <a:buSzPts val="1100"/>
              <a:buFont typeface="Arial"/>
              <a:buNone/>
            </a:pPr>
            <a:r>
              <a:rPr b="1" lang="en" sz="1310" u="sng">
                <a:solidFill>
                  <a:schemeClr val="lt1"/>
                </a:solidFill>
                <a:latin typeface="Trebuchet MS"/>
                <a:ea typeface="Trebuchet MS"/>
                <a:cs typeface="Trebuchet MS"/>
                <a:sym typeface="Trebuchet MS"/>
              </a:rPr>
              <a:t>Ball Progression</a:t>
            </a:r>
            <a:endParaRPr b="1" sz="1310" u="sng">
              <a:solidFill>
                <a:schemeClr val="lt1"/>
              </a:solidFill>
              <a:latin typeface="Trebuchet MS"/>
              <a:ea typeface="Trebuchet MS"/>
              <a:cs typeface="Trebuchet MS"/>
              <a:sym typeface="Trebuchet MS"/>
            </a:endParaRPr>
          </a:p>
          <a:p>
            <a:pPr indent="0" lvl="0" marL="0" rtl="0" algn="l">
              <a:spcBef>
                <a:spcPts val="0"/>
              </a:spcBef>
              <a:spcAft>
                <a:spcPts val="0"/>
              </a:spcAft>
              <a:buNone/>
            </a:pPr>
            <a:r>
              <a:rPr lang="en" sz="1310">
                <a:solidFill>
                  <a:schemeClr val="lt1"/>
                </a:solidFill>
                <a:latin typeface="Trebuchet MS"/>
                <a:ea typeface="Trebuchet MS"/>
                <a:cs typeface="Trebuchet MS"/>
                <a:sym typeface="Trebuchet MS"/>
              </a:rPr>
              <a:t>Possession Phase (p&lt;0.0001), Run Type (p&lt;0.0001), Channel Difference (p=0.0007)</a:t>
            </a:r>
            <a:endParaRPr sz="1310">
              <a:solidFill>
                <a:schemeClr val="lt1"/>
              </a:solidFill>
              <a:latin typeface="Trebuchet MS"/>
              <a:ea typeface="Trebuchet MS"/>
              <a:cs typeface="Trebuchet MS"/>
              <a:sym typeface="Trebuchet MS"/>
            </a:endParaRPr>
          </a:p>
          <a:p>
            <a:pPr indent="0" lvl="0" marL="0" rtl="0" algn="l">
              <a:spcBef>
                <a:spcPts val="0"/>
              </a:spcBef>
              <a:spcAft>
                <a:spcPts val="0"/>
              </a:spcAft>
              <a:buClr>
                <a:schemeClr val="dk1"/>
              </a:buClr>
              <a:buSzPts val="1100"/>
              <a:buFont typeface="Arial"/>
              <a:buNone/>
            </a:pPr>
            <a:r>
              <a:t/>
            </a:r>
            <a:endParaRPr sz="1310">
              <a:solidFill>
                <a:schemeClr val="lt1"/>
              </a:solidFill>
              <a:latin typeface="Trebuchet MS"/>
              <a:ea typeface="Trebuchet MS"/>
              <a:cs typeface="Trebuchet MS"/>
              <a:sym typeface="Trebuchet MS"/>
            </a:endParaRPr>
          </a:p>
          <a:p>
            <a:pPr indent="0" lvl="0" marL="0" rtl="0" algn="l">
              <a:spcBef>
                <a:spcPts val="0"/>
              </a:spcBef>
              <a:spcAft>
                <a:spcPts val="0"/>
              </a:spcAft>
              <a:buClr>
                <a:schemeClr val="dk1"/>
              </a:buClr>
              <a:buSzPts val="1100"/>
              <a:buFont typeface="Arial"/>
              <a:buNone/>
            </a:pPr>
            <a:r>
              <a:rPr b="1" lang="en" sz="1310" u="sng">
                <a:solidFill>
                  <a:schemeClr val="lt1"/>
                </a:solidFill>
                <a:latin typeface="Trebuchet MS"/>
                <a:ea typeface="Trebuchet MS"/>
                <a:cs typeface="Trebuchet MS"/>
                <a:sym typeface="Trebuchet MS"/>
              </a:rPr>
              <a:t>Examples</a:t>
            </a:r>
            <a:endParaRPr b="1" sz="1310" u="sng">
              <a:solidFill>
                <a:schemeClr val="lt1"/>
              </a:solidFill>
              <a:latin typeface="Trebuchet MS"/>
              <a:ea typeface="Trebuchet MS"/>
              <a:cs typeface="Trebuchet MS"/>
              <a:sym typeface="Trebuchet MS"/>
            </a:endParaRPr>
          </a:p>
          <a:p>
            <a:pPr indent="-311785" lvl="0" marL="457200" rtl="0" algn="l">
              <a:spcBef>
                <a:spcPts val="1000"/>
              </a:spcBef>
              <a:spcAft>
                <a:spcPts val="0"/>
              </a:spcAft>
              <a:buClr>
                <a:schemeClr val="lt1"/>
              </a:buClr>
              <a:buSzPts val="1310"/>
              <a:buFont typeface="Trebuchet MS"/>
              <a:buChar char="●"/>
            </a:pPr>
            <a:r>
              <a:rPr lang="en" sz="1310">
                <a:solidFill>
                  <a:schemeClr val="lt1"/>
                </a:solidFill>
                <a:latin typeface="Trebuchet MS"/>
                <a:ea typeface="Trebuchet MS"/>
                <a:cs typeface="Trebuchet MS"/>
                <a:sym typeface="Trebuchet MS"/>
              </a:rPr>
              <a:t>2.8 greater odds of ball retention with a ‘Cross Receiver’ run vs. ‘Pulling Half Space’ run</a:t>
            </a:r>
            <a:endParaRPr sz="1310">
              <a:solidFill>
                <a:schemeClr val="lt1"/>
              </a:solidFill>
              <a:latin typeface="Trebuchet MS"/>
              <a:ea typeface="Trebuchet MS"/>
              <a:cs typeface="Trebuchet MS"/>
              <a:sym typeface="Trebuchet MS"/>
            </a:endParaRPr>
          </a:p>
          <a:p>
            <a:pPr indent="-311785" lvl="0" marL="457200" rtl="0" algn="l">
              <a:spcBef>
                <a:spcPts val="1000"/>
              </a:spcBef>
              <a:spcAft>
                <a:spcPts val="0"/>
              </a:spcAft>
              <a:buClr>
                <a:schemeClr val="lt1"/>
              </a:buClr>
              <a:buSzPts val="1310"/>
              <a:buFont typeface="Trebuchet MS"/>
              <a:buChar char="●"/>
            </a:pPr>
            <a:r>
              <a:rPr lang="en" sz="1310">
                <a:solidFill>
                  <a:schemeClr val="lt1"/>
                </a:solidFill>
                <a:latin typeface="Trebuchet MS"/>
                <a:ea typeface="Trebuchet MS"/>
                <a:cs typeface="Trebuchet MS"/>
                <a:sym typeface="Trebuchet MS"/>
              </a:rPr>
              <a:t>Runs in the same or adjacent channel to the dribble led to significantly lower odds of ball progression than runs two or three channels away</a:t>
            </a:r>
            <a:endParaRPr sz="1310">
              <a:solidFill>
                <a:schemeClr val="lt1"/>
              </a:solidFill>
              <a:latin typeface="Trebuchet MS"/>
              <a:ea typeface="Trebuchet MS"/>
              <a:cs typeface="Trebuchet MS"/>
              <a:sym typeface="Trebuchet MS"/>
            </a:endParaRPr>
          </a:p>
          <a:p>
            <a:pPr indent="0" lvl="0" marL="0" rtl="0" algn="l">
              <a:spcBef>
                <a:spcPts val="0"/>
              </a:spcBef>
              <a:spcAft>
                <a:spcPts val="0"/>
              </a:spcAft>
              <a:buNone/>
            </a:pPr>
            <a:r>
              <a:t/>
            </a:r>
            <a:endParaRPr sz="1310">
              <a:solidFill>
                <a:schemeClr val="lt1"/>
              </a:solidFill>
              <a:latin typeface="Trebuchet MS"/>
              <a:ea typeface="Trebuchet MS"/>
              <a:cs typeface="Trebuchet MS"/>
              <a:sym typeface="Trebuchet MS"/>
            </a:endParaRPr>
          </a:p>
        </p:txBody>
      </p:sp>
      <p:sp>
        <p:nvSpPr>
          <p:cNvPr id="174" name="Google Shape;174;p26"/>
          <p:cNvSpPr txBox="1"/>
          <p:nvPr>
            <p:ph idx="4294967295" type="ctrTitle"/>
          </p:nvPr>
        </p:nvSpPr>
        <p:spPr>
          <a:xfrm>
            <a:off x="298051" y="336374"/>
            <a:ext cx="4958100" cy="309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800"/>
              <a:buFont typeface="Arial"/>
              <a:buNone/>
            </a:pPr>
            <a:r>
              <a:rPr b="1" lang="en" sz="2200">
                <a:solidFill>
                  <a:schemeClr val="lt1"/>
                </a:solidFill>
                <a:latin typeface="Chakra Petch"/>
                <a:ea typeface="Chakra Petch"/>
                <a:cs typeface="Chakra Petch"/>
                <a:sym typeface="Chakra Petch"/>
              </a:rPr>
              <a:t>Question 1: Results</a:t>
            </a:r>
            <a:endParaRPr b="1" i="0" sz="2200" u="none" cap="none" strike="noStrike">
              <a:solidFill>
                <a:schemeClr val="lt1"/>
              </a:solidFill>
              <a:latin typeface="Chakra Petch"/>
              <a:ea typeface="Chakra Petch"/>
              <a:cs typeface="Chakra Petch"/>
              <a:sym typeface="Chakra Petch"/>
            </a:endParaRPr>
          </a:p>
        </p:txBody>
      </p:sp>
      <p:sp>
        <p:nvSpPr>
          <p:cNvPr id="175" name="Google Shape;175;p26"/>
          <p:cNvSpPr/>
          <p:nvPr/>
        </p:nvSpPr>
        <p:spPr>
          <a:xfrm>
            <a:off x="3798850" y="498300"/>
            <a:ext cx="5103900" cy="495900"/>
          </a:xfrm>
          <a:prstGeom prst="snip1Rect">
            <a:avLst>
              <a:gd fmla="val 33352" name="adj"/>
            </a:avLst>
          </a:prstGeom>
          <a:gradFill>
            <a:gsLst>
              <a:gs pos="0">
                <a:srgbClr val="32FE6B"/>
              </a:gs>
              <a:gs pos="100000">
                <a:srgbClr val="C8FF6A"/>
              </a:gs>
            </a:gsLst>
            <a:lin ang="16198662" scaled="0"/>
          </a:gradFill>
          <a:ln>
            <a:noFill/>
          </a:ln>
        </p:spPr>
        <p:txBody>
          <a:bodyPr anchorCtr="0" anchor="ctr" bIns="91700" lIns="91700" spcFirstLastPara="1" rIns="91700" wrap="square" tIns="91700">
            <a:noAutofit/>
          </a:bodyPr>
          <a:lstStyle/>
          <a:p>
            <a:pPr indent="0" lvl="0" marL="0" marR="0" rtl="0" algn="ctr">
              <a:lnSpc>
                <a:spcPct val="100000"/>
              </a:lnSpc>
              <a:spcBef>
                <a:spcPts val="0"/>
              </a:spcBef>
              <a:spcAft>
                <a:spcPts val="0"/>
              </a:spcAft>
              <a:buClr>
                <a:srgbClr val="000000"/>
              </a:buClr>
              <a:buSzPts val="1404"/>
              <a:buFont typeface="Arial"/>
              <a:buNone/>
            </a:pPr>
            <a:r>
              <a:rPr lang="en" sz="2004">
                <a:latin typeface="Chakra Petch SemiBold"/>
                <a:ea typeface="Chakra Petch SemiBold"/>
                <a:cs typeface="Chakra Petch SemiBold"/>
                <a:sym typeface="Chakra Petch SemiBold"/>
              </a:rPr>
              <a:t>Dribble Success vs. Off Ball Run Type</a:t>
            </a:r>
            <a:endParaRPr i="0" sz="2004" u="none" cap="none" strike="noStrike">
              <a:solidFill>
                <a:srgbClr val="000000"/>
              </a:solidFill>
              <a:latin typeface="Chakra Petch SemiBold"/>
              <a:ea typeface="Chakra Petch SemiBold"/>
              <a:cs typeface="Chakra Petch SemiBold"/>
              <a:sym typeface="Chakra Petch SemiBold"/>
            </a:endParaRPr>
          </a:p>
        </p:txBody>
      </p:sp>
      <p:pic>
        <p:nvPicPr>
          <p:cNvPr id="176" name="Google Shape;176;p26"/>
          <p:cNvPicPr preferRelativeResize="0"/>
          <p:nvPr/>
        </p:nvPicPr>
        <p:blipFill>
          <a:blip r:embed="rId4">
            <a:alphaModFix/>
          </a:blip>
          <a:stretch>
            <a:fillRect/>
          </a:stretch>
        </p:blipFill>
        <p:spPr>
          <a:xfrm>
            <a:off x="3798763" y="994209"/>
            <a:ext cx="5103900" cy="3644750"/>
          </a:xfrm>
          <a:prstGeom prst="rect">
            <a:avLst/>
          </a:prstGeom>
          <a:noFill/>
          <a:ln>
            <a:noFill/>
          </a:ln>
          <a:effectLst>
            <a:outerShdw blurRad="57150" rotWithShape="0" algn="bl" dir="2700000" dist="19050">
              <a:srgbClr val="000000">
                <a:alpha val="50000"/>
              </a:srgbClr>
            </a:outerShdw>
          </a:effectLst>
        </p:spPr>
      </p:pic>
      <p:sp>
        <p:nvSpPr>
          <p:cNvPr id="177" name="Google Shape;177;p26"/>
          <p:cNvSpPr/>
          <p:nvPr/>
        </p:nvSpPr>
        <p:spPr>
          <a:xfrm>
            <a:off x="5248450" y="1563075"/>
            <a:ext cx="231000" cy="2388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8" name="Google Shape;178;p26"/>
          <p:cNvSpPr/>
          <p:nvPr/>
        </p:nvSpPr>
        <p:spPr>
          <a:xfrm>
            <a:off x="6648225" y="2433825"/>
            <a:ext cx="231000" cy="2388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2" name="Shape 182"/>
        <p:cNvGrpSpPr/>
        <p:nvPr/>
      </p:nvGrpSpPr>
      <p:grpSpPr>
        <a:xfrm>
          <a:off x="0" y="0"/>
          <a:ext cx="0" cy="0"/>
          <a:chOff x="0" y="0"/>
          <a:chExt cx="0" cy="0"/>
        </a:xfrm>
      </p:grpSpPr>
      <p:grpSp>
        <p:nvGrpSpPr>
          <p:cNvPr id="183" name="Google Shape;183;p27"/>
          <p:cNvGrpSpPr/>
          <p:nvPr/>
        </p:nvGrpSpPr>
        <p:grpSpPr>
          <a:xfrm>
            <a:off x="298150" y="1083898"/>
            <a:ext cx="2619000" cy="2680589"/>
            <a:chOff x="298153" y="978722"/>
            <a:chExt cx="2619000" cy="3882661"/>
          </a:xfrm>
        </p:grpSpPr>
        <p:sp>
          <p:nvSpPr>
            <p:cNvPr id="184" name="Google Shape;184;p27"/>
            <p:cNvSpPr/>
            <p:nvPr/>
          </p:nvSpPr>
          <p:spPr>
            <a:xfrm rot="10800000">
              <a:off x="302953" y="1657383"/>
              <a:ext cx="2609700" cy="3204000"/>
            </a:xfrm>
            <a:prstGeom prst="snip1Rect">
              <a:avLst>
                <a:gd fmla="val 9153" name="adj"/>
              </a:avLst>
            </a:prstGeom>
            <a:solidFill>
              <a:srgbClr val="32FE6B">
                <a:alpha val="11760"/>
              </a:srgbClr>
            </a:solidFill>
            <a:ln cap="flat" cmpd="sng" w="9525">
              <a:solidFill>
                <a:srgbClr val="32FE6B"/>
              </a:solidFill>
              <a:prstDash val="solid"/>
              <a:round/>
              <a:headEnd len="sm" w="sm" type="none"/>
              <a:tailEnd len="sm" w="sm" type="none"/>
            </a:ln>
            <a:effectLst>
              <a:outerShdw blurRad="286572" rotWithShape="0" algn="ctr" dist="9552">
                <a:srgbClr val="32FE6B"/>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34"/>
                <a:buFont typeface="Arial"/>
                <a:buNone/>
              </a:pPr>
              <a:r>
                <a:t/>
              </a:r>
              <a:endParaRPr b="1" i="0" sz="1434" u="none" cap="none" strike="noStrike">
                <a:solidFill>
                  <a:schemeClr val="lt1"/>
                </a:solidFill>
                <a:latin typeface="Chakra Petch SemiBold"/>
                <a:ea typeface="Chakra Petch SemiBold"/>
                <a:cs typeface="Chakra Petch SemiBold"/>
                <a:sym typeface="Chakra Petch SemiBold"/>
              </a:endParaRPr>
            </a:p>
          </p:txBody>
        </p:sp>
        <p:sp>
          <p:nvSpPr>
            <p:cNvPr id="185" name="Google Shape;185;p27"/>
            <p:cNvSpPr/>
            <p:nvPr/>
          </p:nvSpPr>
          <p:spPr>
            <a:xfrm>
              <a:off x="298153" y="978722"/>
              <a:ext cx="2619000" cy="678600"/>
            </a:xfrm>
            <a:prstGeom prst="snip1Rect">
              <a:avLst>
                <a:gd fmla="val 33352" name="adj"/>
              </a:avLst>
            </a:prstGeom>
            <a:gradFill>
              <a:gsLst>
                <a:gs pos="0">
                  <a:srgbClr val="32FE6B"/>
                </a:gs>
                <a:gs pos="100000">
                  <a:srgbClr val="C8FF6A"/>
                </a:gs>
              </a:gsLst>
              <a:lin ang="16198662" scaled="0"/>
            </a:gradFill>
            <a:ln>
              <a:noFill/>
            </a:ln>
          </p:spPr>
          <p:txBody>
            <a:bodyPr anchorCtr="0" anchor="ctr" bIns="91700" lIns="91700" spcFirstLastPara="1" rIns="91700" wrap="square" tIns="91700">
              <a:noAutofit/>
            </a:bodyPr>
            <a:lstStyle/>
            <a:p>
              <a:pPr indent="0" lvl="0" marL="0" marR="0" rtl="0" algn="ctr">
                <a:lnSpc>
                  <a:spcPct val="100000"/>
                </a:lnSpc>
                <a:spcBef>
                  <a:spcPts val="0"/>
                </a:spcBef>
                <a:spcAft>
                  <a:spcPts val="0"/>
                </a:spcAft>
                <a:buClr>
                  <a:srgbClr val="000000"/>
                </a:buClr>
                <a:buSzPts val="1404"/>
                <a:buFont typeface="Arial"/>
                <a:buNone/>
              </a:pPr>
              <a:r>
                <a:t/>
              </a:r>
              <a:endParaRPr b="0" i="0" sz="1404" u="none" cap="none" strike="noStrike">
                <a:solidFill>
                  <a:srgbClr val="000000"/>
                </a:solidFill>
                <a:latin typeface="Arial"/>
                <a:ea typeface="Arial"/>
                <a:cs typeface="Arial"/>
                <a:sym typeface="Arial"/>
              </a:endParaRPr>
            </a:p>
          </p:txBody>
        </p:sp>
      </p:grpSp>
      <p:grpSp>
        <p:nvGrpSpPr>
          <p:cNvPr id="186" name="Google Shape;186;p27"/>
          <p:cNvGrpSpPr/>
          <p:nvPr/>
        </p:nvGrpSpPr>
        <p:grpSpPr>
          <a:xfrm>
            <a:off x="6251075" y="905254"/>
            <a:ext cx="2619000" cy="3705612"/>
            <a:chOff x="298153" y="978722"/>
            <a:chExt cx="2619000" cy="3882661"/>
          </a:xfrm>
        </p:grpSpPr>
        <p:sp>
          <p:nvSpPr>
            <p:cNvPr id="187" name="Google Shape;187;p27"/>
            <p:cNvSpPr/>
            <p:nvPr/>
          </p:nvSpPr>
          <p:spPr>
            <a:xfrm rot="10800000">
              <a:off x="302953" y="1657383"/>
              <a:ext cx="2609700" cy="3204000"/>
            </a:xfrm>
            <a:prstGeom prst="snip1Rect">
              <a:avLst>
                <a:gd fmla="val 9153" name="adj"/>
              </a:avLst>
            </a:prstGeom>
            <a:solidFill>
              <a:srgbClr val="32FE6B">
                <a:alpha val="11760"/>
              </a:srgbClr>
            </a:solidFill>
            <a:ln cap="flat" cmpd="sng" w="9525">
              <a:solidFill>
                <a:srgbClr val="32FE6B"/>
              </a:solidFill>
              <a:prstDash val="solid"/>
              <a:round/>
              <a:headEnd len="sm" w="sm" type="none"/>
              <a:tailEnd len="sm" w="sm" type="none"/>
            </a:ln>
            <a:effectLst>
              <a:outerShdw blurRad="286572" rotWithShape="0" algn="ctr" dist="9552">
                <a:srgbClr val="32FE6B"/>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34"/>
                <a:buFont typeface="Arial"/>
                <a:buNone/>
              </a:pPr>
              <a:r>
                <a:t/>
              </a:r>
              <a:endParaRPr b="1" i="0" sz="1434" u="none" cap="none" strike="noStrike">
                <a:solidFill>
                  <a:schemeClr val="lt1"/>
                </a:solidFill>
                <a:latin typeface="Chakra Petch SemiBold"/>
                <a:ea typeface="Chakra Petch SemiBold"/>
                <a:cs typeface="Chakra Petch SemiBold"/>
                <a:sym typeface="Chakra Petch SemiBold"/>
              </a:endParaRPr>
            </a:p>
          </p:txBody>
        </p:sp>
        <p:sp>
          <p:nvSpPr>
            <p:cNvPr id="188" name="Google Shape;188;p27"/>
            <p:cNvSpPr/>
            <p:nvPr/>
          </p:nvSpPr>
          <p:spPr>
            <a:xfrm>
              <a:off x="298153" y="978722"/>
              <a:ext cx="2619000" cy="678600"/>
            </a:xfrm>
            <a:prstGeom prst="snip1Rect">
              <a:avLst>
                <a:gd fmla="val 33352" name="adj"/>
              </a:avLst>
            </a:prstGeom>
            <a:gradFill>
              <a:gsLst>
                <a:gs pos="0">
                  <a:srgbClr val="32FE6B"/>
                </a:gs>
                <a:gs pos="100000">
                  <a:srgbClr val="C8FF6A"/>
                </a:gs>
              </a:gsLst>
              <a:lin ang="16198662" scaled="0"/>
            </a:gradFill>
            <a:ln>
              <a:noFill/>
            </a:ln>
          </p:spPr>
          <p:txBody>
            <a:bodyPr anchorCtr="0" anchor="ctr" bIns="91700" lIns="91700" spcFirstLastPara="1" rIns="91700" wrap="square" tIns="91700">
              <a:noAutofit/>
            </a:bodyPr>
            <a:lstStyle/>
            <a:p>
              <a:pPr indent="0" lvl="0" marL="0" marR="0" rtl="0" algn="ctr">
                <a:lnSpc>
                  <a:spcPct val="100000"/>
                </a:lnSpc>
                <a:spcBef>
                  <a:spcPts val="0"/>
                </a:spcBef>
                <a:spcAft>
                  <a:spcPts val="0"/>
                </a:spcAft>
                <a:buClr>
                  <a:srgbClr val="000000"/>
                </a:buClr>
                <a:buSzPts val="1404"/>
                <a:buFont typeface="Arial"/>
                <a:buNone/>
              </a:pPr>
              <a:r>
                <a:t/>
              </a:r>
              <a:endParaRPr b="0" i="0" sz="1404" u="none" cap="none" strike="noStrike">
                <a:solidFill>
                  <a:srgbClr val="000000"/>
                </a:solidFill>
                <a:latin typeface="Arial"/>
                <a:ea typeface="Arial"/>
                <a:cs typeface="Arial"/>
                <a:sym typeface="Arial"/>
              </a:endParaRPr>
            </a:p>
          </p:txBody>
        </p:sp>
      </p:grpSp>
      <p:sp>
        <p:nvSpPr>
          <p:cNvPr id="189" name="Google Shape;189;p27"/>
          <p:cNvSpPr/>
          <p:nvPr/>
        </p:nvSpPr>
        <p:spPr>
          <a:xfrm>
            <a:off x="298153" y="905234"/>
            <a:ext cx="2619000" cy="678600"/>
          </a:xfrm>
          <a:prstGeom prst="snip1Rect">
            <a:avLst>
              <a:gd fmla="val 33352" name="adj"/>
            </a:avLst>
          </a:prstGeom>
          <a:gradFill>
            <a:gsLst>
              <a:gs pos="0">
                <a:srgbClr val="32FE6B"/>
              </a:gs>
              <a:gs pos="100000">
                <a:srgbClr val="C8FF6A"/>
              </a:gs>
            </a:gsLst>
            <a:lin ang="16198662" scaled="0"/>
          </a:gradFill>
          <a:ln>
            <a:noFill/>
          </a:ln>
        </p:spPr>
        <p:txBody>
          <a:bodyPr anchorCtr="0" anchor="ctr" bIns="91700" lIns="91700" spcFirstLastPara="1" rIns="91700" wrap="square" tIns="91700">
            <a:noAutofit/>
          </a:bodyPr>
          <a:lstStyle/>
          <a:p>
            <a:pPr indent="0" lvl="0" marL="0" marR="0" rtl="0" algn="ctr">
              <a:lnSpc>
                <a:spcPct val="100000"/>
              </a:lnSpc>
              <a:spcBef>
                <a:spcPts val="0"/>
              </a:spcBef>
              <a:spcAft>
                <a:spcPts val="0"/>
              </a:spcAft>
              <a:buClr>
                <a:srgbClr val="000000"/>
              </a:buClr>
              <a:buSzPts val="1404"/>
              <a:buFont typeface="Arial"/>
              <a:buNone/>
            </a:pPr>
            <a:r>
              <a:t/>
            </a:r>
            <a:endParaRPr b="0" i="0" sz="1404" u="none" cap="none" strike="noStrike">
              <a:solidFill>
                <a:srgbClr val="000000"/>
              </a:solidFill>
              <a:latin typeface="Arial"/>
              <a:ea typeface="Arial"/>
              <a:cs typeface="Arial"/>
              <a:sym typeface="Arial"/>
            </a:endParaRPr>
          </a:p>
        </p:txBody>
      </p:sp>
      <p:pic>
        <p:nvPicPr>
          <p:cNvPr id="190" name="Google Shape;190;p27" title="line blanche.png"/>
          <p:cNvPicPr preferRelativeResize="0"/>
          <p:nvPr/>
        </p:nvPicPr>
        <p:blipFill rotWithShape="1">
          <a:blip r:embed="rId4">
            <a:alphaModFix/>
          </a:blip>
          <a:srcRect b="0" l="0" r="0" t="0"/>
          <a:stretch/>
        </p:blipFill>
        <p:spPr>
          <a:xfrm>
            <a:off x="419453" y="289299"/>
            <a:ext cx="8450760" cy="573550"/>
          </a:xfrm>
          <a:prstGeom prst="rect">
            <a:avLst/>
          </a:prstGeom>
          <a:noFill/>
          <a:ln>
            <a:noFill/>
          </a:ln>
        </p:spPr>
      </p:pic>
      <p:sp>
        <p:nvSpPr>
          <p:cNvPr id="191" name="Google Shape;191;p27"/>
          <p:cNvSpPr txBox="1"/>
          <p:nvPr>
            <p:ph idx="4294967295" type="ctrTitle"/>
          </p:nvPr>
        </p:nvSpPr>
        <p:spPr>
          <a:xfrm>
            <a:off x="298150" y="75300"/>
            <a:ext cx="4468200" cy="522600"/>
          </a:xfrm>
          <a:prstGeom prst="rect">
            <a:avLst/>
          </a:prstGeom>
          <a:solidFill>
            <a:srgbClr val="25252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800"/>
              <a:buFont typeface="Arial"/>
              <a:buNone/>
            </a:pPr>
            <a:r>
              <a:rPr b="1" lang="en" sz="2300">
                <a:solidFill>
                  <a:schemeClr val="lt1"/>
                </a:solidFill>
                <a:latin typeface="Chakra Petch"/>
                <a:ea typeface="Chakra Petch"/>
                <a:cs typeface="Chakra Petch"/>
                <a:sym typeface="Chakra Petch"/>
              </a:rPr>
              <a:t>Question #2 - Team Movement</a:t>
            </a:r>
            <a:endParaRPr b="1" i="0" sz="2300" u="none" cap="none" strike="noStrike">
              <a:solidFill>
                <a:schemeClr val="lt1"/>
              </a:solidFill>
              <a:latin typeface="Chakra Petch"/>
              <a:ea typeface="Chakra Petch"/>
              <a:cs typeface="Chakra Petch"/>
              <a:sym typeface="Chakra Petch"/>
            </a:endParaRPr>
          </a:p>
        </p:txBody>
      </p:sp>
      <p:grpSp>
        <p:nvGrpSpPr>
          <p:cNvPr id="192" name="Google Shape;192;p27"/>
          <p:cNvGrpSpPr/>
          <p:nvPr/>
        </p:nvGrpSpPr>
        <p:grpSpPr>
          <a:xfrm>
            <a:off x="3155200" y="733945"/>
            <a:ext cx="2880900" cy="1704876"/>
            <a:chOff x="3335340" y="978722"/>
            <a:chExt cx="2619000" cy="3882661"/>
          </a:xfrm>
        </p:grpSpPr>
        <p:sp>
          <p:nvSpPr>
            <p:cNvPr id="193" name="Google Shape;193;p27"/>
            <p:cNvSpPr/>
            <p:nvPr/>
          </p:nvSpPr>
          <p:spPr>
            <a:xfrm rot="10800000">
              <a:off x="3340141" y="1657383"/>
              <a:ext cx="2609700" cy="3204000"/>
            </a:xfrm>
            <a:prstGeom prst="snip1Rect">
              <a:avLst>
                <a:gd fmla="val 9153" name="adj"/>
              </a:avLst>
            </a:prstGeom>
            <a:solidFill>
              <a:srgbClr val="32FE6B">
                <a:alpha val="11760"/>
              </a:srgbClr>
            </a:solidFill>
            <a:ln cap="flat" cmpd="sng" w="9525">
              <a:solidFill>
                <a:srgbClr val="32FE6B"/>
              </a:solidFill>
              <a:prstDash val="solid"/>
              <a:round/>
              <a:headEnd len="sm" w="sm" type="none"/>
              <a:tailEnd len="sm" w="sm" type="none"/>
            </a:ln>
            <a:effectLst>
              <a:outerShdw blurRad="286572" rotWithShape="0" algn="ctr" dist="9552">
                <a:srgbClr val="32FE6B"/>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34"/>
                <a:buFont typeface="Arial"/>
                <a:buNone/>
              </a:pPr>
              <a:r>
                <a:t/>
              </a:r>
              <a:endParaRPr b="1" i="0" sz="1434" u="none" cap="none" strike="noStrike">
                <a:solidFill>
                  <a:schemeClr val="lt1"/>
                </a:solidFill>
                <a:latin typeface="Chakra Petch SemiBold"/>
                <a:ea typeface="Chakra Petch SemiBold"/>
                <a:cs typeface="Chakra Petch SemiBold"/>
                <a:sym typeface="Chakra Petch SemiBold"/>
              </a:endParaRPr>
            </a:p>
          </p:txBody>
        </p:sp>
        <p:sp>
          <p:nvSpPr>
            <p:cNvPr id="194" name="Google Shape;194;p27"/>
            <p:cNvSpPr/>
            <p:nvPr/>
          </p:nvSpPr>
          <p:spPr>
            <a:xfrm>
              <a:off x="3335340" y="978722"/>
              <a:ext cx="2619000" cy="678600"/>
            </a:xfrm>
            <a:prstGeom prst="snip1Rect">
              <a:avLst>
                <a:gd fmla="val 33352" name="adj"/>
              </a:avLst>
            </a:prstGeom>
            <a:gradFill>
              <a:gsLst>
                <a:gs pos="0">
                  <a:srgbClr val="32FE6B"/>
                </a:gs>
                <a:gs pos="100000">
                  <a:srgbClr val="C8FF6A"/>
                </a:gs>
              </a:gsLst>
              <a:lin ang="16198662" scaled="0"/>
            </a:gradFill>
            <a:ln>
              <a:noFill/>
            </a:ln>
          </p:spPr>
          <p:txBody>
            <a:bodyPr anchorCtr="0" anchor="ctr" bIns="91700" lIns="91700" spcFirstLastPara="1" rIns="91700" wrap="square" tIns="91700">
              <a:noAutofit/>
            </a:bodyPr>
            <a:lstStyle/>
            <a:p>
              <a:pPr indent="0" lvl="0" marL="0" marR="0" rtl="0" algn="ctr">
                <a:lnSpc>
                  <a:spcPct val="100000"/>
                </a:lnSpc>
                <a:spcBef>
                  <a:spcPts val="0"/>
                </a:spcBef>
                <a:spcAft>
                  <a:spcPts val="0"/>
                </a:spcAft>
                <a:buClr>
                  <a:srgbClr val="000000"/>
                </a:buClr>
                <a:buSzPts val="1404"/>
                <a:buFont typeface="Arial"/>
                <a:buNone/>
              </a:pPr>
              <a:r>
                <a:t/>
              </a:r>
              <a:endParaRPr b="0" i="0" sz="1404" u="none" cap="none" strike="noStrike">
                <a:solidFill>
                  <a:srgbClr val="000000"/>
                </a:solidFill>
                <a:latin typeface="Arial"/>
                <a:ea typeface="Arial"/>
                <a:cs typeface="Arial"/>
                <a:sym typeface="Arial"/>
              </a:endParaRPr>
            </a:p>
          </p:txBody>
        </p:sp>
      </p:grpSp>
      <p:sp>
        <p:nvSpPr>
          <p:cNvPr id="195" name="Google Shape;195;p27"/>
          <p:cNvSpPr txBox="1"/>
          <p:nvPr>
            <p:ph idx="4294967295" type="ctrTitle"/>
          </p:nvPr>
        </p:nvSpPr>
        <p:spPr>
          <a:xfrm>
            <a:off x="298150" y="726462"/>
            <a:ext cx="681600" cy="862500"/>
          </a:xfrm>
          <a:prstGeom prst="rect">
            <a:avLst/>
          </a:prstGeom>
          <a:noFill/>
          <a:ln>
            <a:noFill/>
          </a:ln>
          <a:effectLst>
            <a:outerShdw blurRad="142875" rotWithShape="0" algn="bl">
              <a:schemeClr val="dk1"/>
            </a:outerShdw>
          </a:effectLst>
        </p:spPr>
        <p:txBody>
          <a:bodyPr anchorCtr="0" anchor="b" bIns="0" lIns="0" spcFirstLastPara="1" rIns="0" wrap="square" tIns="0">
            <a:noAutofit/>
          </a:bodyPr>
          <a:lstStyle/>
          <a:p>
            <a:pPr indent="0" lvl="0" marL="0" marR="0" rtl="0" algn="ctr">
              <a:lnSpc>
                <a:spcPct val="80000"/>
              </a:lnSpc>
              <a:spcBef>
                <a:spcPts val="0"/>
              </a:spcBef>
              <a:spcAft>
                <a:spcPts val="0"/>
              </a:spcAft>
              <a:buClr>
                <a:srgbClr val="000000"/>
              </a:buClr>
              <a:buSzPts val="993"/>
              <a:buFont typeface="Arial"/>
              <a:buNone/>
            </a:pPr>
            <a:r>
              <a:rPr b="1" i="1" lang="en" sz="6000" u="none" cap="none" strike="noStrike">
                <a:solidFill>
                  <a:schemeClr val="lt1"/>
                </a:solidFill>
                <a:latin typeface="Chakra Petch"/>
                <a:ea typeface="Chakra Petch"/>
                <a:cs typeface="Chakra Petch"/>
                <a:sym typeface="Chakra Petch"/>
              </a:rPr>
              <a:t>1</a:t>
            </a:r>
            <a:endParaRPr b="1" i="1" sz="6000" u="none" cap="none" strike="noStrike">
              <a:solidFill>
                <a:schemeClr val="lt1"/>
              </a:solidFill>
              <a:latin typeface="Chakra Petch"/>
              <a:ea typeface="Chakra Petch"/>
              <a:cs typeface="Chakra Petch"/>
              <a:sym typeface="Chakra Petch"/>
            </a:endParaRPr>
          </a:p>
        </p:txBody>
      </p:sp>
      <p:sp>
        <p:nvSpPr>
          <p:cNvPr id="196" name="Google Shape;196;p27"/>
          <p:cNvSpPr txBox="1"/>
          <p:nvPr>
            <p:ph idx="4294967295" type="ctrTitle"/>
          </p:nvPr>
        </p:nvSpPr>
        <p:spPr>
          <a:xfrm>
            <a:off x="979525" y="905237"/>
            <a:ext cx="1532400" cy="683700"/>
          </a:xfrm>
          <a:prstGeom prst="rect">
            <a:avLst/>
          </a:prstGeom>
          <a:noFill/>
          <a:ln>
            <a:noFill/>
          </a:ln>
        </p:spPr>
        <p:txBody>
          <a:bodyPr anchorCtr="0" anchor="ctr" bIns="0" lIns="0" spcFirstLastPara="1" rIns="0" wrap="square" tIns="36000">
            <a:noAutofit/>
          </a:bodyPr>
          <a:lstStyle/>
          <a:p>
            <a:pPr indent="0" lvl="0" marL="0" marR="0" rtl="0" algn="l">
              <a:lnSpc>
                <a:spcPct val="80000"/>
              </a:lnSpc>
              <a:spcBef>
                <a:spcPts val="0"/>
              </a:spcBef>
              <a:spcAft>
                <a:spcPts val="0"/>
              </a:spcAft>
              <a:buClr>
                <a:srgbClr val="000000"/>
              </a:buClr>
              <a:buSzPts val="993"/>
              <a:buFont typeface="Arial"/>
              <a:buNone/>
            </a:pPr>
            <a:r>
              <a:rPr lang="en" sz="2100">
                <a:latin typeface="Chakra Petch SemiBold"/>
                <a:ea typeface="Chakra Petch SemiBold"/>
                <a:cs typeface="Chakra Petch SemiBold"/>
                <a:sym typeface="Chakra Petch SemiBold"/>
              </a:rPr>
              <a:t>Data </a:t>
            </a:r>
            <a:endParaRPr b="0" i="0" sz="2100" u="none" cap="none" strike="noStrike">
              <a:solidFill>
                <a:schemeClr val="dk1"/>
              </a:solidFill>
              <a:latin typeface="Chakra Petch SemiBold"/>
              <a:ea typeface="Chakra Petch SemiBold"/>
              <a:cs typeface="Chakra Petch SemiBold"/>
              <a:sym typeface="Chakra Petch SemiBold"/>
            </a:endParaRPr>
          </a:p>
        </p:txBody>
      </p:sp>
      <p:sp>
        <p:nvSpPr>
          <p:cNvPr id="197" name="Google Shape;197;p27"/>
          <p:cNvSpPr/>
          <p:nvPr/>
        </p:nvSpPr>
        <p:spPr>
          <a:xfrm>
            <a:off x="3155200" y="466925"/>
            <a:ext cx="2880900" cy="678600"/>
          </a:xfrm>
          <a:prstGeom prst="snip1Rect">
            <a:avLst>
              <a:gd fmla="val 33352" name="adj"/>
            </a:avLst>
          </a:prstGeom>
          <a:gradFill>
            <a:gsLst>
              <a:gs pos="0">
                <a:srgbClr val="32FE6B"/>
              </a:gs>
              <a:gs pos="100000">
                <a:srgbClr val="C8FF6A"/>
              </a:gs>
            </a:gsLst>
            <a:lin ang="16198662" scaled="0"/>
          </a:gradFill>
          <a:ln>
            <a:noFill/>
          </a:ln>
        </p:spPr>
        <p:txBody>
          <a:bodyPr anchorCtr="0" anchor="ctr" bIns="91700" lIns="91700" spcFirstLastPara="1" rIns="91700" wrap="square" tIns="91700">
            <a:noAutofit/>
          </a:bodyPr>
          <a:lstStyle/>
          <a:p>
            <a:pPr indent="0" lvl="0" marL="0" marR="0" rtl="0" algn="ctr">
              <a:lnSpc>
                <a:spcPct val="100000"/>
              </a:lnSpc>
              <a:spcBef>
                <a:spcPts val="0"/>
              </a:spcBef>
              <a:spcAft>
                <a:spcPts val="0"/>
              </a:spcAft>
              <a:buClr>
                <a:srgbClr val="000000"/>
              </a:buClr>
              <a:buSzPts val="1404"/>
              <a:buFont typeface="Arial"/>
              <a:buNone/>
            </a:pPr>
            <a:r>
              <a:t/>
            </a:r>
            <a:endParaRPr b="0" i="0" sz="1404" u="none" cap="none" strike="noStrike">
              <a:solidFill>
                <a:srgbClr val="000000"/>
              </a:solidFill>
              <a:latin typeface="Arial"/>
              <a:ea typeface="Arial"/>
              <a:cs typeface="Arial"/>
              <a:sym typeface="Arial"/>
            </a:endParaRPr>
          </a:p>
        </p:txBody>
      </p:sp>
      <p:sp>
        <p:nvSpPr>
          <p:cNvPr id="198" name="Google Shape;198;p27"/>
          <p:cNvSpPr txBox="1"/>
          <p:nvPr>
            <p:ph idx="4294967295" type="ctrTitle"/>
          </p:nvPr>
        </p:nvSpPr>
        <p:spPr>
          <a:xfrm>
            <a:off x="4226025" y="466925"/>
            <a:ext cx="1810200" cy="683700"/>
          </a:xfrm>
          <a:prstGeom prst="rect">
            <a:avLst/>
          </a:prstGeom>
          <a:noFill/>
          <a:ln>
            <a:noFill/>
          </a:ln>
        </p:spPr>
        <p:txBody>
          <a:bodyPr anchorCtr="0" anchor="ctr" bIns="0" lIns="0" spcFirstLastPara="1" rIns="0" wrap="square" tIns="36000">
            <a:noAutofit/>
          </a:bodyPr>
          <a:lstStyle/>
          <a:p>
            <a:pPr indent="0" lvl="0" marL="0" rtl="0" algn="l">
              <a:lnSpc>
                <a:spcPct val="80000"/>
              </a:lnSpc>
              <a:spcBef>
                <a:spcPts val="0"/>
              </a:spcBef>
              <a:spcAft>
                <a:spcPts val="0"/>
              </a:spcAft>
              <a:buClr>
                <a:schemeClr val="dk1"/>
              </a:buClr>
              <a:buSzPts val="993"/>
              <a:buFont typeface="Arial"/>
              <a:buNone/>
            </a:pPr>
            <a:r>
              <a:rPr lang="en" sz="1900">
                <a:latin typeface="Chakra Petch SemiBold"/>
                <a:ea typeface="Chakra Petch SemiBold"/>
                <a:cs typeface="Chakra Petch SemiBold"/>
                <a:sym typeface="Chakra Petch SemiBold"/>
              </a:rPr>
              <a:t>No. of runs during a dribble</a:t>
            </a:r>
            <a:endParaRPr sz="2100">
              <a:latin typeface="Chakra Petch SemiBold"/>
              <a:ea typeface="Chakra Petch SemiBold"/>
              <a:cs typeface="Chakra Petch SemiBold"/>
              <a:sym typeface="Chakra Petch SemiBold"/>
            </a:endParaRPr>
          </a:p>
        </p:txBody>
      </p:sp>
      <p:sp>
        <p:nvSpPr>
          <p:cNvPr id="199" name="Google Shape;199;p27"/>
          <p:cNvSpPr txBox="1"/>
          <p:nvPr>
            <p:ph idx="4294967295" type="ctrTitle"/>
          </p:nvPr>
        </p:nvSpPr>
        <p:spPr>
          <a:xfrm>
            <a:off x="3155200" y="295025"/>
            <a:ext cx="1196700" cy="862500"/>
          </a:xfrm>
          <a:prstGeom prst="rect">
            <a:avLst/>
          </a:prstGeom>
          <a:noFill/>
          <a:ln>
            <a:noFill/>
          </a:ln>
          <a:effectLst>
            <a:outerShdw blurRad="142875" rotWithShape="0" algn="bl">
              <a:schemeClr val="dk1"/>
            </a:outerShdw>
          </a:effectLst>
        </p:spPr>
        <p:txBody>
          <a:bodyPr anchorCtr="0" anchor="b" bIns="0" lIns="0" spcFirstLastPara="1" rIns="0" wrap="square" tIns="0">
            <a:noAutofit/>
          </a:bodyPr>
          <a:lstStyle/>
          <a:p>
            <a:pPr indent="0" lvl="0" marL="0" marR="0" rtl="0" algn="ctr">
              <a:lnSpc>
                <a:spcPct val="80000"/>
              </a:lnSpc>
              <a:spcBef>
                <a:spcPts val="0"/>
              </a:spcBef>
              <a:spcAft>
                <a:spcPts val="0"/>
              </a:spcAft>
              <a:buClr>
                <a:srgbClr val="000000"/>
              </a:buClr>
              <a:buSzPts val="993"/>
              <a:buFont typeface="Arial"/>
              <a:buNone/>
            </a:pPr>
            <a:r>
              <a:rPr b="1" i="1" lang="en" sz="6000" u="none" cap="none" strike="noStrike">
                <a:solidFill>
                  <a:schemeClr val="lt1"/>
                </a:solidFill>
                <a:latin typeface="Chakra Petch"/>
                <a:ea typeface="Chakra Petch"/>
                <a:cs typeface="Chakra Petch"/>
                <a:sym typeface="Chakra Petch"/>
              </a:rPr>
              <a:t>2</a:t>
            </a:r>
            <a:r>
              <a:rPr b="1" i="1" lang="en" sz="4800" u="none" cap="none" strike="noStrike">
                <a:solidFill>
                  <a:schemeClr val="lt1"/>
                </a:solidFill>
                <a:latin typeface="Chakra Petch"/>
                <a:ea typeface="Chakra Petch"/>
                <a:cs typeface="Chakra Petch"/>
                <a:sym typeface="Chakra Petch"/>
              </a:rPr>
              <a:t>a</a:t>
            </a:r>
            <a:endParaRPr b="1" i="1" sz="4800" u="none" cap="none" strike="noStrike">
              <a:solidFill>
                <a:schemeClr val="lt1"/>
              </a:solidFill>
              <a:latin typeface="Chakra Petch"/>
              <a:ea typeface="Chakra Petch"/>
              <a:cs typeface="Chakra Petch"/>
              <a:sym typeface="Chakra Petch"/>
            </a:endParaRPr>
          </a:p>
        </p:txBody>
      </p:sp>
      <p:sp>
        <p:nvSpPr>
          <p:cNvPr id="200" name="Google Shape;200;p27"/>
          <p:cNvSpPr txBox="1"/>
          <p:nvPr>
            <p:ph idx="4294967295" type="ctrTitle"/>
          </p:nvPr>
        </p:nvSpPr>
        <p:spPr>
          <a:xfrm>
            <a:off x="3294750" y="1157650"/>
            <a:ext cx="2619000" cy="1280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500">
                <a:solidFill>
                  <a:schemeClr val="lt1"/>
                </a:solidFill>
                <a:latin typeface="Trebuchet MS"/>
                <a:ea typeface="Trebuchet MS"/>
                <a:cs typeface="Trebuchet MS"/>
                <a:sym typeface="Trebuchet MS"/>
              </a:rPr>
              <a:t>Relationship between the number of runs during dribbling event and progression or retention (Y/N)</a:t>
            </a:r>
            <a:endParaRPr sz="1500">
              <a:solidFill>
                <a:schemeClr val="lt1"/>
              </a:solidFill>
              <a:latin typeface="Trebuchet MS"/>
              <a:ea typeface="Trebuchet MS"/>
              <a:cs typeface="Trebuchet MS"/>
              <a:sym typeface="Trebuchet MS"/>
            </a:endParaRPr>
          </a:p>
        </p:txBody>
      </p:sp>
      <p:sp>
        <p:nvSpPr>
          <p:cNvPr id="201" name="Google Shape;201;p27"/>
          <p:cNvSpPr txBox="1"/>
          <p:nvPr>
            <p:ph idx="4294967295" type="ctrTitle"/>
          </p:nvPr>
        </p:nvSpPr>
        <p:spPr>
          <a:xfrm>
            <a:off x="419450" y="1751437"/>
            <a:ext cx="2373600" cy="285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947"/>
              <a:buFont typeface="Arial"/>
              <a:buNone/>
            </a:pPr>
            <a:r>
              <a:t/>
            </a:r>
            <a:endParaRPr sz="1513">
              <a:solidFill>
                <a:schemeClr val="lt1"/>
              </a:solidFill>
              <a:latin typeface="Trebuchet MS"/>
              <a:ea typeface="Trebuchet MS"/>
              <a:cs typeface="Trebuchet MS"/>
              <a:sym typeface="Trebuchet MS"/>
            </a:endParaRPr>
          </a:p>
          <a:p>
            <a:pPr indent="0" lvl="0" marL="0" marR="0" rtl="0" algn="l">
              <a:lnSpc>
                <a:spcPct val="100000"/>
              </a:lnSpc>
              <a:spcBef>
                <a:spcPts val="0"/>
              </a:spcBef>
              <a:spcAft>
                <a:spcPts val="0"/>
              </a:spcAft>
              <a:buClr>
                <a:schemeClr val="dk1"/>
              </a:buClr>
              <a:buSzPts val="947"/>
              <a:buFont typeface="Arial"/>
              <a:buNone/>
            </a:pPr>
            <a:r>
              <a:rPr lang="en" sz="1513">
                <a:solidFill>
                  <a:schemeClr val="lt1"/>
                </a:solidFill>
                <a:latin typeface="Trebuchet MS"/>
                <a:ea typeface="Trebuchet MS"/>
                <a:cs typeface="Trebuchet MS"/>
                <a:sym typeface="Trebuchet MS"/>
              </a:rPr>
              <a:t>Data from 266 matches:</a:t>
            </a:r>
            <a:endParaRPr sz="1513">
              <a:solidFill>
                <a:schemeClr val="lt1"/>
              </a:solidFill>
              <a:latin typeface="Trebuchet MS"/>
              <a:ea typeface="Trebuchet MS"/>
              <a:cs typeface="Trebuchet MS"/>
              <a:sym typeface="Trebuchet MS"/>
            </a:endParaRPr>
          </a:p>
          <a:p>
            <a:pPr indent="0" lvl="0" marL="0" marR="0" rtl="0" algn="l">
              <a:lnSpc>
                <a:spcPct val="100000"/>
              </a:lnSpc>
              <a:spcBef>
                <a:spcPts val="0"/>
              </a:spcBef>
              <a:spcAft>
                <a:spcPts val="0"/>
              </a:spcAft>
              <a:buClr>
                <a:schemeClr val="dk1"/>
              </a:buClr>
              <a:buSzPts val="947"/>
              <a:buFont typeface="Arial"/>
              <a:buNone/>
            </a:pPr>
            <a:r>
              <a:t/>
            </a:r>
            <a:endParaRPr sz="1513">
              <a:solidFill>
                <a:schemeClr val="lt1"/>
              </a:solidFill>
              <a:latin typeface="Trebuchet MS"/>
              <a:ea typeface="Trebuchet MS"/>
              <a:cs typeface="Trebuchet MS"/>
              <a:sym typeface="Trebuchet MS"/>
            </a:endParaRPr>
          </a:p>
          <a:p>
            <a:pPr indent="-210375" lvl="0" marL="285750" marR="33113" rtl="0" algn="l">
              <a:lnSpc>
                <a:spcPct val="100000"/>
              </a:lnSpc>
              <a:spcBef>
                <a:spcPts val="0"/>
              </a:spcBef>
              <a:spcAft>
                <a:spcPts val="0"/>
              </a:spcAft>
              <a:buClr>
                <a:schemeClr val="lt1"/>
              </a:buClr>
              <a:buSzPts val="1513"/>
              <a:buFont typeface="Trebuchet MS"/>
              <a:buChar char="●"/>
            </a:pPr>
            <a:r>
              <a:rPr lang="en" sz="1513">
                <a:solidFill>
                  <a:schemeClr val="lt1"/>
                </a:solidFill>
                <a:latin typeface="Trebuchet MS"/>
                <a:ea typeface="Trebuchet MS"/>
                <a:cs typeface="Trebuchet MS"/>
                <a:sym typeface="Trebuchet MS"/>
              </a:rPr>
              <a:t>2024 NWSL Season</a:t>
            </a:r>
            <a:endParaRPr sz="1513">
              <a:solidFill>
                <a:schemeClr val="lt1"/>
              </a:solidFill>
              <a:latin typeface="Trebuchet MS"/>
              <a:ea typeface="Trebuchet MS"/>
              <a:cs typeface="Trebuchet MS"/>
              <a:sym typeface="Trebuchet MS"/>
            </a:endParaRPr>
          </a:p>
          <a:p>
            <a:pPr indent="-210375" lvl="0" marL="285750" marR="33113" rtl="0" algn="l">
              <a:lnSpc>
                <a:spcPct val="100000"/>
              </a:lnSpc>
              <a:spcBef>
                <a:spcPts val="0"/>
              </a:spcBef>
              <a:spcAft>
                <a:spcPts val="0"/>
              </a:spcAft>
              <a:buClr>
                <a:schemeClr val="lt1"/>
              </a:buClr>
              <a:buSzPts val="1513"/>
              <a:buFont typeface="Trebuchet MS"/>
              <a:buChar char="●"/>
            </a:pPr>
            <a:r>
              <a:rPr lang="en" sz="1513">
                <a:solidFill>
                  <a:schemeClr val="lt1"/>
                </a:solidFill>
                <a:latin typeface="Trebuchet MS"/>
                <a:ea typeface="Trebuchet MS"/>
                <a:cs typeface="Trebuchet MS"/>
                <a:sym typeface="Trebuchet MS"/>
              </a:rPr>
              <a:t>2024/2025 WSL Season</a:t>
            </a:r>
            <a:endParaRPr sz="1513">
              <a:solidFill>
                <a:schemeClr val="lt1"/>
              </a:solidFill>
              <a:latin typeface="Trebuchet MS"/>
              <a:ea typeface="Trebuchet MS"/>
              <a:cs typeface="Trebuchet MS"/>
              <a:sym typeface="Trebuchet MS"/>
            </a:endParaRPr>
          </a:p>
          <a:p>
            <a:pPr indent="0" lvl="0" marL="0" marR="0" rtl="0" algn="l">
              <a:lnSpc>
                <a:spcPct val="100000"/>
              </a:lnSpc>
              <a:spcBef>
                <a:spcPts val="0"/>
              </a:spcBef>
              <a:spcAft>
                <a:spcPts val="0"/>
              </a:spcAft>
              <a:buNone/>
            </a:pPr>
            <a:r>
              <a:t/>
            </a:r>
            <a:endParaRPr sz="1113">
              <a:solidFill>
                <a:schemeClr val="lt1"/>
              </a:solidFill>
              <a:latin typeface="Trebuchet MS"/>
              <a:ea typeface="Trebuchet MS"/>
              <a:cs typeface="Trebuchet MS"/>
              <a:sym typeface="Trebuchet MS"/>
            </a:endParaRPr>
          </a:p>
          <a:p>
            <a:pPr indent="0" lvl="0" marL="0" marR="0" rtl="0" algn="l">
              <a:lnSpc>
                <a:spcPct val="100000"/>
              </a:lnSpc>
              <a:spcBef>
                <a:spcPts val="0"/>
              </a:spcBef>
              <a:spcAft>
                <a:spcPts val="0"/>
              </a:spcAft>
              <a:buClr>
                <a:schemeClr val="dk1"/>
              </a:buClr>
              <a:buSzPts val="947"/>
              <a:buFont typeface="Arial"/>
              <a:buNone/>
            </a:pPr>
            <a:r>
              <a:rPr b="0" i="0" lang="en" sz="1113" u="none" cap="none" strike="noStrike">
                <a:solidFill>
                  <a:schemeClr val="lt1"/>
                </a:solidFill>
                <a:latin typeface="Trebuchet MS"/>
                <a:ea typeface="Trebuchet MS"/>
                <a:cs typeface="Trebuchet MS"/>
                <a:sym typeface="Trebuchet MS"/>
              </a:rPr>
              <a:t> </a:t>
            </a:r>
            <a:endParaRPr b="0" i="0" sz="1113" u="none" cap="none" strike="noStrike">
              <a:solidFill>
                <a:schemeClr val="lt1"/>
              </a:solidFill>
              <a:latin typeface="Trebuchet MS"/>
              <a:ea typeface="Trebuchet MS"/>
              <a:cs typeface="Trebuchet MS"/>
              <a:sym typeface="Trebuchet MS"/>
            </a:endParaRPr>
          </a:p>
        </p:txBody>
      </p:sp>
      <p:grpSp>
        <p:nvGrpSpPr>
          <p:cNvPr id="202" name="Google Shape;202;p27"/>
          <p:cNvGrpSpPr/>
          <p:nvPr/>
        </p:nvGrpSpPr>
        <p:grpSpPr>
          <a:xfrm>
            <a:off x="3155200" y="2928017"/>
            <a:ext cx="2880900" cy="2069070"/>
            <a:chOff x="3335340" y="978722"/>
            <a:chExt cx="2619000" cy="3882661"/>
          </a:xfrm>
        </p:grpSpPr>
        <p:sp>
          <p:nvSpPr>
            <p:cNvPr id="203" name="Google Shape;203;p27"/>
            <p:cNvSpPr/>
            <p:nvPr/>
          </p:nvSpPr>
          <p:spPr>
            <a:xfrm rot="10800000">
              <a:off x="3340141" y="1657383"/>
              <a:ext cx="2609700" cy="3204000"/>
            </a:xfrm>
            <a:prstGeom prst="snip1Rect">
              <a:avLst>
                <a:gd fmla="val 9153" name="adj"/>
              </a:avLst>
            </a:prstGeom>
            <a:solidFill>
              <a:srgbClr val="32FE6B">
                <a:alpha val="11760"/>
              </a:srgbClr>
            </a:solidFill>
            <a:ln cap="flat" cmpd="sng" w="9525">
              <a:solidFill>
                <a:srgbClr val="32FE6B"/>
              </a:solidFill>
              <a:prstDash val="solid"/>
              <a:round/>
              <a:headEnd len="sm" w="sm" type="none"/>
              <a:tailEnd len="sm" w="sm" type="none"/>
            </a:ln>
            <a:effectLst>
              <a:outerShdw blurRad="286572" rotWithShape="0" algn="ctr" dist="9552">
                <a:srgbClr val="32FE6B"/>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34"/>
                <a:buFont typeface="Arial"/>
                <a:buNone/>
              </a:pPr>
              <a:r>
                <a:t/>
              </a:r>
              <a:endParaRPr b="1" i="0" sz="1434" u="none" cap="none" strike="noStrike">
                <a:solidFill>
                  <a:schemeClr val="lt1"/>
                </a:solidFill>
                <a:latin typeface="Chakra Petch SemiBold"/>
                <a:ea typeface="Chakra Petch SemiBold"/>
                <a:cs typeface="Chakra Petch SemiBold"/>
                <a:sym typeface="Chakra Petch SemiBold"/>
              </a:endParaRPr>
            </a:p>
          </p:txBody>
        </p:sp>
        <p:sp>
          <p:nvSpPr>
            <p:cNvPr id="204" name="Google Shape;204;p27"/>
            <p:cNvSpPr/>
            <p:nvPr/>
          </p:nvSpPr>
          <p:spPr>
            <a:xfrm>
              <a:off x="3335340" y="978722"/>
              <a:ext cx="2619000" cy="678600"/>
            </a:xfrm>
            <a:prstGeom prst="snip1Rect">
              <a:avLst>
                <a:gd fmla="val 33352" name="adj"/>
              </a:avLst>
            </a:prstGeom>
            <a:gradFill>
              <a:gsLst>
                <a:gs pos="0">
                  <a:srgbClr val="32FE6B"/>
                </a:gs>
                <a:gs pos="100000">
                  <a:srgbClr val="C8FF6A"/>
                </a:gs>
              </a:gsLst>
              <a:lin ang="16198662" scaled="0"/>
            </a:gradFill>
            <a:ln>
              <a:noFill/>
            </a:ln>
          </p:spPr>
          <p:txBody>
            <a:bodyPr anchorCtr="0" anchor="ctr" bIns="91700" lIns="91700" spcFirstLastPara="1" rIns="91700" wrap="square" tIns="91700">
              <a:noAutofit/>
            </a:bodyPr>
            <a:lstStyle/>
            <a:p>
              <a:pPr indent="0" lvl="0" marL="0" marR="0" rtl="0" algn="ctr">
                <a:lnSpc>
                  <a:spcPct val="100000"/>
                </a:lnSpc>
                <a:spcBef>
                  <a:spcPts val="0"/>
                </a:spcBef>
                <a:spcAft>
                  <a:spcPts val="0"/>
                </a:spcAft>
                <a:buClr>
                  <a:srgbClr val="000000"/>
                </a:buClr>
                <a:buSzPts val="1404"/>
                <a:buFont typeface="Arial"/>
                <a:buNone/>
              </a:pPr>
              <a:r>
                <a:t/>
              </a:r>
              <a:endParaRPr b="0" i="0" sz="1404" u="none" cap="none" strike="noStrike">
                <a:solidFill>
                  <a:srgbClr val="000000"/>
                </a:solidFill>
                <a:latin typeface="Arial"/>
                <a:ea typeface="Arial"/>
                <a:cs typeface="Arial"/>
                <a:sym typeface="Arial"/>
              </a:endParaRPr>
            </a:p>
          </p:txBody>
        </p:sp>
      </p:grpSp>
      <p:sp>
        <p:nvSpPr>
          <p:cNvPr id="205" name="Google Shape;205;p27"/>
          <p:cNvSpPr/>
          <p:nvPr/>
        </p:nvSpPr>
        <p:spPr>
          <a:xfrm>
            <a:off x="3155200" y="2614400"/>
            <a:ext cx="2880900" cy="678600"/>
          </a:xfrm>
          <a:prstGeom prst="snip1Rect">
            <a:avLst>
              <a:gd fmla="val 33352" name="adj"/>
            </a:avLst>
          </a:prstGeom>
          <a:gradFill>
            <a:gsLst>
              <a:gs pos="0">
                <a:srgbClr val="32FE6B"/>
              </a:gs>
              <a:gs pos="100000">
                <a:srgbClr val="C8FF6A"/>
              </a:gs>
            </a:gsLst>
            <a:lin ang="16198662" scaled="0"/>
          </a:gradFill>
          <a:ln>
            <a:noFill/>
          </a:ln>
        </p:spPr>
        <p:txBody>
          <a:bodyPr anchorCtr="0" anchor="ctr" bIns="91700" lIns="91700" spcFirstLastPara="1" rIns="91700" wrap="square" tIns="91700">
            <a:noAutofit/>
          </a:bodyPr>
          <a:lstStyle/>
          <a:p>
            <a:pPr indent="0" lvl="0" marL="0" marR="0" rtl="0" algn="ctr">
              <a:lnSpc>
                <a:spcPct val="100000"/>
              </a:lnSpc>
              <a:spcBef>
                <a:spcPts val="0"/>
              </a:spcBef>
              <a:spcAft>
                <a:spcPts val="0"/>
              </a:spcAft>
              <a:buClr>
                <a:srgbClr val="000000"/>
              </a:buClr>
              <a:buSzPts val="1404"/>
              <a:buFont typeface="Arial"/>
              <a:buNone/>
            </a:pPr>
            <a:r>
              <a:t/>
            </a:r>
            <a:endParaRPr b="0" i="0" sz="1404" u="none" cap="none" strike="noStrike">
              <a:solidFill>
                <a:srgbClr val="000000"/>
              </a:solidFill>
              <a:latin typeface="Arial"/>
              <a:ea typeface="Arial"/>
              <a:cs typeface="Arial"/>
              <a:sym typeface="Arial"/>
            </a:endParaRPr>
          </a:p>
        </p:txBody>
      </p:sp>
      <p:sp>
        <p:nvSpPr>
          <p:cNvPr id="206" name="Google Shape;206;p27"/>
          <p:cNvSpPr txBox="1"/>
          <p:nvPr>
            <p:ph idx="4294967295" type="ctrTitle"/>
          </p:nvPr>
        </p:nvSpPr>
        <p:spPr>
          <a:xfrm>
            <a:off x="4174000" y="2569938"/>
            <a:ext cx="1715100" cy="683700"/>
          </a:xfrm>
          <a:prstGeom prst="rect">
            <a:avLst/>
          </a:prstGeom>
          <a:noFill/>
          <a:ln>
            <a:noFill/>
          </a:ln>
        </p:spPr>
        <p:txBody>
          <a:bodyPr anchorCtr="0" anchor="ctr" bIns="0" lIns="0" spcFirstLastPara="1" rIns="0" wrap="square" tIns="36000">
            <a:noAutofit/>
          </a:bodyPr>
          <a:lstStyle/>
          <a:p>
            <a:pPr indent="0" lvl="0" marL="0" rtl="0" algn="l">
              <a:lnSpc>
                <a:spcPct val="80000"/>
              </a:lnSpc>
              <a:spcBef>
                <a:spcPts val="0"/>
              </a:spcBef>
              <a:spcAft>
                <a:spcPts val="0"/>
              </a:spcAft>
              <a:buClr>
                <a:schemeClr val="dk1"/>
              </a:buClr>
              <a:buSzPts val="993"/>
              <a:buFont typeface="Arial"/>
              <a:buNone/>
            </a:pPr>
            <a:r>
              <a:rPr lang="en" sz="1800">
                <a:latin typeface="Chakra Petch SemiBold"/>
                <a:ea typeface="Chakra Petch SemiBold"/>
                <a:cs typeface="Chakra Petch SemiBold"/>
                <a:sym typeface="Chakra Petch SemiBold"/>
              </a:rPr>
              <a:t>Collective team movement</a:t>
            </a:r>
            <a:endParaRPr sz="2100">
              <a:latin typeface="Chakra Petch SemiBold"/>
              <a:ea typeface="Chakra Petch SemiBold"/>
              <a:cs typeface="Chakra Petch SemiBold"/>
              <a:sym typeface="Chakra Petch SemiBold"/>
            </a:endParaRPr>
          </a:p>
        </p:txBody>
      </p:sp>
      <p:sp>
        <p:nvSpPr>
          <p:cNvPr id="207" name="Google Shape;207;p27"/>
          <p:cNvSpPr txBox="1"/>
          <p:nvPr>
            <p:ph idx="4294967295" type="ctrTitle"/>
          </p:nvPr>
        </p:nvSpPr>
        <p:spPr>
          <a:xfrm>
            <a:off x="3048000" y="2412200"/>
            <a:ext cx="1303800" cy="862500"/>
          </a:xfrm>
          <a:prstGeom prst="rect">
            <a:avLst/>
          </a:prstGeom>
          <a:noFill/>
          <a:ln>
            <a:noFill/>
          </a:ln>
          <a:effectLst>
            <a:outerShdw blurRad="142875" rotWithShape="0" algn="bl">
              <a:schemeClr val="dk1"/>
            </a:outerShdw>
          </a:effectLst>
        </p:spPr>
        <p:txBody>
          <a:bodyPr anchorCtr="0" anchor="b" bIns="0" lIns="0" spcFirstLastPara="1" rIns="0" wrap="square" tIns="0">
            <a:noAutofit/>
          </a:bodyPr>
          <a:lstStyle/>
          <a:p>
            <a:pPr indent="0" lvl="0" marL="0" marR="0" rtl="0" algn="ctr">
              <a:lnSpc>
                <a:spcPct val="80000"/>
              </a:lnSpc>
              <a:spcBef>
                <a:spcPts val="0"/>
              </a:spcBef>
              <a:spcAft>
                <a:spcPts val="0"/>
              </a:spcAft>
              <a:buClr>
                <a:srgbClr val="000000"/>
              </a:buClr>
              <a:buSzPts val="993"/>
              <a:buFont typeface="Arial"/>
              <a:buNone/>
            </a:pPr>
            <a:r>
              <a:rPr b="1" i="1" lang="en" sz="6000" u="none" cap="none" strike="noStrike">
                <a:solidFill>
                  <a:schemeClr val="lt1"/>
                </a:solidFill>
                <a:latin typeface="Chakra Petch"/>
                <a:ea typeface="Chakra Petch"/>
                <a:cs typeface="Chakra Petch"/>
                <a:sym typeface="Chakra Petch"/>
              </a:rPr>
              <a:t>2</a:t>
            </a:r>
            <a:r>
              <a:rPr b="1" i="1" lang="en" sz="4800">
                <a:solidFill>
                  <a:schemeClr val="lt1"/>
                </a:solidFill>
                <a:latin typeface="Chakra Petch"/>
                <a:ea typeface="Chakra Petch"/>
                <a:cs typeface="Chakra Petch"/>
                <a:sym typeface="Chakra Petch"/>
              </a:rPr>
              <a:t>b</a:t>
            </a:r>
            <a:endParaRPr b="1" i="1" sz="4800" u="none" cap="none" strike="noStrike">
              <a:solidFill>
                <a:schemeClr val="lt1"/>
              </a:solidFill>
              <a:latin typeface="Chakra Petch"/>
              <a:ea typeface="Chakra Petch"/>
              <a:cs typeface="Chakra Petch"/>
              <a:sym typeface="Chakra Petch"/>
            </a:endParaRPr>
          </a:p>
        </p:txBody>
      </p:sp>
      <p:sp>
        <p:nvSpPr>
          <p:cNvPr id="208" name="Google Shape;208;p27"/>
          <p:cNvSpPr txBox="1"/>
          <p:nvPr>
            <p:ph idx="4294967295" type="ctrTitle"/>
          </p:nvPr>
        </p:nvSpPr>
        <p:spPr>
          <a:xfrm>
            <a:off x="3192075" y="3292350"/>
            <a:ext cx="2805900" cy="1704900"/>
          </a:xfrm>
          <a:prstGeom prst="rect">
            <a:avLst/>
          </a:prstGeom>
          <a:noFill/>
          <a:ln>
            <a:noFill/>
          </a:ln>
        </p:spPr>
        <p:txBody>
          <a:bodyPr anchorCtr="0" anchor="ctr" bIns="0" lIns="0" spcFirstLastPara="1" rIns="0" wrap="square" tIns="0">
            <a:noAutofit/>
          </a:bodyPr>
          <a:lstStyle/>
          <a:p>
            <a:pPr indent="0" lvl="0" marL="0" marR="33113" rtl="0" algn="l">
              <a:spcBef>
                <a:spcPts val="0"/>
              </a:spcBef>
              <a:spcAft>
                <a:spcPts val="0"/>
              </a:spcAft>
              <a:buClr>
                <a:schemeClr val="dk1"/>
              </a:buClr>
              <a:buSzPts val="1100"/>
              <a:buFont typeface="Arial"/>
              <a:buNone/>
            </a:pPr>
            <a:r>
              <a:rPr lang="en" sz="1500">
                <a:solidFill>
                  <a:schemeClr val="lt1"/>
                </a:solidFill>
                <a:latin typeface="Trebuchet MS"/>
                <a:ea typeface="Trebuchet MS"/>
                <a:cs typeface="Trebuchet MS"/>
                <a:sym typeface="Trebuchet MS"/>
              </a:rPr>
              <a:t>Described team movement patterns usings K-means clustering based on 10,613 dribbling sequences</a:t>
            </a:r>
            <a:endParaRPr sz="1500">
              <a:solidFill>
                <a:schemeClr val="lt1"/>
              </a:solidFill>
              <a:latin typeface="Trebuchet MS"/>
              <a:ea typeface="Trebuchet MS"/>
              <a:cs typeface="Trebuchet MS"/>
              <a:sym typeface="Trebuchet MS"/>
            </a:endParaRPr>
          </a:p>
          <a:p>
            <a:pPr indent="0" lvl="0" marL="0" marR="33113" rtl="0" algn="l">
              <a:spcBef>
                <a:spcPts val="0"/>
              </a:spcBef>
              <a:spcAft>
                <a:spcPts val="0"/>
              </a:spcAft>
              <a:buClr>
                <a:schemeClr val="dk1"/>
              </a:buClr>
              <a:buSzPts val="1100"/>
              <a:buFont typeface="Arial"/>
              <a:buNone/>
            </a:pPr>
            <a:r>
              <a:t/>
            </a:r>
            <a:endParaRPr sz="1500">
              <a:solidFill>
                <a:schemeClr val="lt1"/>
              </a:solidFill>
              <a:latin typeface="Trebuchet MS"/>
              <a:ea typeface="Trebuchet MS"/>
              <a:cs typeface="Trebuchet MS"/>
              <a:sym typeface="Trebuchet MS"/>
            </a:endParaRPr>
          </a:p>
          <a:p>
            <a:pPr indent="0" lvl="0" marL="0" marR="33113" rtl="0" algn="l">
              <a:spcBef>
                <a:spcPts val="0"/>
              </a:spcBef>
              <a:spcAft>
                <a:spcPts val="0"/>
              </a:spcAft>
              <a:buNone/>
            </a:pPr>
            <a:r>
              <a:t/>
            </a:r>
            <a:endParaRPr sz="1500">
              <a:solidFill>
                <a:schemeClr val="lt1"/>
              </a:solidFill>
              <a:latin typeface="Trebuchet MS"/>
              <a:ea typeface="Trebuchet MS"/>
              <a:cs typeface="Trebuchet MS"/>
              <a:sym typeface="Trebuchet MS"/>
            </a:endParaRPr>
          </a:p>
        </p:txBody>
      </p:sp>
      <p:sp>
        <p:nvSpPr>
          <p:cNvPr id="209" name="Google Shape;209;p27"/>
          <p:cNvSpPr/>
          <p:nvPr/>
        </p:nvSpPr>
        <p:spPr>
          <a:xfrm>
            <a:off x="6251075" y="901612"/>
            <a:ext cx="2619000" cy="687300"/>
          </a:xfrm>
          <a:prstGeom prst="snip1Rect">
            <a:avLst>
              <a:gd fmla="val 33352" name="adj"/>
            </a:avLst>
          </a:prstGeom>
          <a:gradFill>
            <a:gsLst>
              <a:gs pos="0">
                <a:srgbClr val="32FE6B"/>
              </a:gs>
              <a:gs pos="100000">
                <a:srgbClr val="C8FF6A"/>
              </a:gs>
            </a:gsLst>
            <a:lin ang="16198662" scaled="0"/>
          </a:gradFill>
          <a:ln>
            <a:noFill/>
          </a:ln>
        </p:spPr>
        <p:txBody>
          <a:bodyPr anchorCtr="0" anchor="ctr" bIns="91700" lIns="91700" spcFirstLastPara="1" rIns="91700" wrap="square" tIns="91700">
            <a:noAutofit/>
          </a:bodyPr>
          <a:lstStyle/>
          <a:p>
            <a:pPr indent="0" lvl="0" marL="0" marR="0" rtl="0" algn="ctr">
              <a:lnSpc>
                <a:spcPct val="100000"/>
              </a:lnSpc>
              <a:spcBef>
                <a:spcPts val="0"/>
              </a:spcBef>
              <a:spcAft>
                <a:spcPts val="0"/>
              </a:spcAft>
              <a:buClr>
                <a:srgbClr val="000000"/>
              </a:buClr>
              <a:buSzPts val="1404"/>
              <a:buFont typeface="Arial"/>
              <a:buNone/>
            </a:pPr>
            <a:r>
              <a:t/>
            </a:r>
            <a:endParaRPr b="0" i="0" sz="1404" u="none" cap="none" strike="noStrike">
              <a:solidFill>
                <a:srgbClr val="000000"/>
              </a:solidFill>
              <a:latin typeface="Arial"/>
              <a:ea typeface="Arial"/>
              <a:cs typeface="Arial"/>
              <a:sym typeface="Arial"/>
            </a:endParaRPr>
          </a:p>
        </p:txBody>
      </p:sp>
      <p:sp>
        <p:nvSpPr>
          <p:cNvPr id="210" name="Google Shape;210;p27"/>
          <p:cNvSpPr txBox="1"/>
          <p:nvPr>
            <p:ph idx="4294967295" type="ctrTitle"/>
          </p:nvPr>
        </p:nvSpPr>
        <p:spPr>
          <a:xfrm>
            <a:off x="6932450" y="905237"/>
            <a:ext cx="1532400" cy="683700"/>
          </a:xfrm>
          <a:prstGeom prst="rect">
            <a:avLst/>
          </a:prstGeom>
          <a:noFill/>
          <a:ln>
            <a:noFill/>
          </a:ln>
        </p:spPr>
        <p:txBody>
          <a:bodyPr anchorCtr="0" anchor="ctr" bIns="0" lIns="0" spcFirstLastPara="1" rIns="0" wrap="square" tIns="36000">
            <a:noAutofit/>
          </a:bodyPr>
          <a:lstStyle/>
          <a:p>
            <a:pPr indent="0" lvl="0" marL="0" marR="0" rtl="0" algn="l">
              <a:lnSpc>
                <a:spcPct val="80000"/>
              </a:lnSpc>
              <a:spcBef>
                <a:spcPts val="0"/>
              </a:spcBef>
              <a:spcAft>
                <a:spcPts val="0"/>
              </a:spcAft>
              <a:buClr>
                <a:srgbClr val="000000"/>
              </a:buClr>
              <a:buSzPts val="993"/>
              <a:buFont typeface="Arial"/>
              <a:buNone/>
            </a:pPr>
            <a:r>
              <a:rPr lang="en" sz="2100">
                <a:latin typeface="Chakra Petch SemiBold"/>
                <a:ea typeface="Chakra Petch SemiBold"/>
                <a:cs typeface="Chakra Petch SemiBold"/>
                <a:sym typeface="Chakra Petch SemiBold"/>
              </a:rPr>
              <a:t>Analyses</a:t>
            </a:r>
            <a:endParaRPr b="0" i="0" sz="2100" u="none" cap="none" strike="noStrike">
              <a:solidFill>
                <a:schemeClr val="dk1"/>
              </a:solidFill>
              <a:latin typeface="Chakra Petch SemiBold"/>
              <a:ea typeface="Chakra Petch SemiBold"/>
              <a:cs typeface="Chakra Petch SemiBold"/>
              <a:sym typeface="Chakra Petch SemiBold"/>
            </a:endParaRPr>
          </a:p>
        </p:txBody>
      </p:sp>
      <p:sp>
        <p:nvSpPr>
          <p:cNvPr id="211" name="Google Shape;211;p27"/>
          <p:cNvSpPr txBox="1"/>
          <p:nvPr>
            <p:ph idx="4294967295" type="ctrTitle"/>
          </p:nvPr>
        </p:nvSpPr>
        <p:spPr>
          <a:xfrm>
            <a:off x="6251075" y="726462"/>
            <a:ext cx="681600" cy="862500"/>
          </a:xfrm>
          <a:prstGeom prst="rect">
            <a:avLst/>
          </a:prstGeom>
          <a:noFill/>
          <a:ln>
            <a:noFill/>
          </a:ln>
          <a:effectLst>
            <a:outerShdw blurRad="142875" rotWithShape="0" algn="bl">
              <a:schemeClr val="dk1"/>
            </a:outerShdw>
          </a:effectLst>
        </p:spPr>
        <p:txBody>
          <a:bodyPr anchorCtr="0" anchor="b" bIns="0" lIns="0" spcFirstLastPara="1" rIns="0" wrap="square" tIns="0">
            <a:noAutofit/>
          </a:bodyPr>
          <a:lstStyle/>
          <a:p>
            <a:pPr indent="0" lvl="0" marL="0" marR="0" rtl="0" algn="ctr">
              <a:lnSpc>
                <a:spcPct val="80000"/>
              </a:lnSpc>
              <a:spcBef>
                <a:spcPts val="0"/>
              </a:spcBef>
              <a:spcAft>
                <a:spcPts val="0"/>
              </a:spcAft>
              <a:buClr>
                <a:srgbClr val="000000"/>
              </a:buClr>
              <a:buSzPts val="993"/>
              <a:buFont typeface="Arial"/>
              <a:buNone/>
            </a:pPr>
            <a:r>
              <a:rPr b="1" i="1" lang="en" sz="6000" u="none" cap="none" strike="noStrike">
                <a:solidFill>
                  <a:schemeClr val="lt1"/>
                </a:solidFill>
                <a:latin typeface="Chakra Petch"/>
                <a:ea typeface="Chakra Petch"/>
                <a:cs typeface="Chakra Petch"/>
                <a:sym typeface="Chakra Petch"/>
              </a:rPr>
              <a:t>3</a:t>
            </a:r>
            <a:endParaRPr b="1" i="1" sz="6000" u="none" cap="none" strike="noStrike">
              <a:solidFill>
                <a:schemeClr val="lt1"/>
              </a:solidFill>
              <a:latin typeface="Chakra Petch"/>
              <a:ea typeface="Chakra Petch"/>
              <a:cs typeface="Chakra Petch"/>
              <a:sym typeface="Chakra Petch"/>
            </a:endParaRPr>
          </a:p>
        </p:txBody>
      </p:sp>
      <p:sp>
        <p:nvSpPr>
          <p:cNvPr id="212" name="Google Shape;212;p27"/>
          <p:cNvSpPr txBox="1"/>
          <p:nvPr>
            <p:ph idx="4294967295" type="ctrTitle"/>
          </p:nvPr>
        </p:nvSpPr>
        <p:spPr>
          <a:xfrm>
            <a:off x="6373300" y="1648150"/>
            <a:ext cx="2436900" cy="308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947"/>
              <a:buFont typeface="Arial"/>
              <a:buNone/>
            </a:pPr>
            <a:r>
              <a:rPr lang="en" sz="1500">
                <a:solidFill>
                  <a:schemeClr val="lt1"/>
                </a:solidFill>
                <a:latin typeface="Trebuchet MS"/>
                <a:ea typeface="Trebuchet MS"/>
                <a:cs typeface="Trebuchet MS"/>
                <a:sym typeface="Trebuchet MS"/>
              </a:rPr>
              <a:t>Generalized Mixed Models (GLMM) to test for off-ball run main effects on ball </a:t>
            </a:r>
            <a:r>
              <a:rPr b="1" lang="en" sz="1500">
                <a:solidFill>
                  <a:schemeClr val="lt1"/>
                </a:solidFill>
                <a:latin typeface="Trebuchet MS"/>
                <a:ea typeface="Trebuchet MS"/>
                <a:cs typeface="Trebuchet MS"/>
                <a:sym typeface="Trebuchet MS"/>
              </a:rPr>
              <a:t>progression</a:t>
            </a:r>
            <a:r>
              <a:rPr lang="en" sz="1500">
                <a:solidFill>
                  <a:schemeClr val="lt1"/>
                </a:solidFill>
                <a:latin typeface="Trebuchet MS"/>
                <a:ea typeface="Trebuchet MS"/>
                <a:cs typeface="Trebuchet MS"/>
                <a:sym typeface="Trebuchet MS"/>
              </a:rPr>
              <a:t> &amp; </a:t>
            </a:r>
            <a:r>
              <a:rPr b="1" lang="en" sz="1500">
                <a:solidFill>
                  <a:schemeClr val="lt1"/>
                </a:solidFill>
                <a:latin typeface="Trebuchet MS"/>
                <a:ea typeface="Trebuchet MS"/>
                <a:cs typeface="Trebuchet MS"/>
                <a:sym typeface="Trebuchet MS"/>
              </a:rPr>
              <a:t>retention</a:t>
            </a:r>
            <a:endParaRPr b="1" sz="1500">
              <a:solidFill>
                <a:schemeClr val="lt1"/>
              </a:solidFill>
              <a:latin typeface="Trebuchet MS"/>
              <a:ea typeface="Trebuchet MS"/>
              <a:cs typeface="Trebuchet MS"/>
              <a:sym typeface="Trebuchet MS"/>
            </a:endParaRPr>
          </a:p>
          <a:p>
            <a:pPr indent="0" lvl="0" marL="0" rtl="0" algn="l">
              <a:spcBef>
                <a:spcPts val="0"/>
              </a:spcBef>
              <a:spcAft>
                <a:spcPts val="0"/>
              </a:spcAft>
              <a:buClr>
                <a:schemeClr val="dk1"/>
              </a:buClr>
              <a:buSzPts val="947"/>
              <a:buFont typeface="Arial"/>
              <a:buNone/>
            </a:pPr>
            <a:r>
              <a:t/>
            </a:r>
            <a:endParaRPr b="1" sz="1500">
              <a:solidFill>
                <a:schemeClr val="lt1"/>
              </a:solidFill>
              <a:latin typeface="Trebuchet MS"/>
              <a:ea typeface="Trebuchet MS"/>
              <a:cs typeface="Trebuchet MS"/>
              <a:sym typeface="Trebuchet MS"/>
            </a:endParaRPr>
          </a:p>
          <a:p>
            <a:pPr indent="0" lvl="0" marL="0" rtl="0" algn="l">
              <a:spcBef>
                <a:spcPts val="0"/>
              </a:spcBef>
              <a:spcAft>
                <a:spcPts val="0"/>
              </a:spcAft>
              <a:buClr>
                <a:schemeClr val="dk1"/>
              </a:buClr>
              <a:buSzPts val="947"/>
              <a:buFont typeface="Arial"/>
              <a:buNone/>
            </a:pPr>
            <a:r>
              <a:rPr lang="en" sz="1500">
                <a:solidFill>
                  <a:schemeClr val="lt1"/>
                </a:solidFill>
                <a:latin typeface="Trebuchet MS"/>
                <a:ea typeface="Trebuchet MS"/>
                <a:cs typeface="Trebuchet MS"/>
                <a:sym typeface="Trebuchet MS"/>
              </a:rPr>
              <a:t>Unbalanced data and low sample sizes prevented more complex models which accounted for phase of play, channel, and other potential covariates and interactions</a:t>
            </a:r>
            <a:endParaRPr sz="1113">
              <a:solidFill>
                <a:schemeClr val="lt1"/>
              </a:solidFill>
              <a:latin typeface="Trebuchet MS"/>
              <a:ea typeface="Trebuchet MS"/>
              <a:cs typeface="Trebuchet MS"/>
              <a:sym typeface="Trebuchet MS"/>
            </a:endParaRPr>
          </a:p>
          <a:p>
            <a:pPr indent="0" lvl="0" marL="0" marR="0" rtl="0" algn="l">
              <a:lnSpc>
                <a:spcPct val="100000"/>
              </a:lnSpc>
              <a:spcBef>
                <a:spcPts val="0"/>
              </a:spcBef>
              <a:spcAft>
                <a:spcPts val="0"/>
              </a:spcAft>
              <a:buClr>
                <a:schemeClr val="dk1"/>
              </a:buClr>
              <a:buSzPts val="947"/>
              <a:buFont typeface="Arial"/>
              <a:buNone/>
            </a:pPr>
            <a:r>
              <a:t/>
            </a:r>
            <a:endParaRPr sz="1500">
              <a:solidFill>
                <a:schemeClr val="lt1"/>
              </a:solidFill>
              <a:latin typeface="Trebuchet MS"/>
              <a:ea typeface="Trebuchet MS"/>
              <a:cs typeface="Trebuchet MS"/>
              <a:sym typeface="Trebuchet M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7" name="Shape 217"/>
        <p:cNvGrpSpPr/>
        <p:nvPr/>
      </p:nvGrpSpPr>
      <p:grpSpPr>
        <a:xfrm>
          <a:off x="0" y="0"/>
          <a:ext cx="0" cy="0"/>
          <a:chOff x="0" y="0"/>
          <a:chExt cx="0" cy="0"/>
        </a:xfrm>
      </p:grpSpPr>
      <p:sp>
        <p:nvSpPr>
          <p:cNvPr id="218" name="Google Shape;218;p28"/>
          <p:cNvSpPr/>
          <p:nvPr/>
        </p:nvSpPr>
        <p:spPr>
          <a:xfrm flipH="1" rot="-5400000">
            <a:off x="4423224" y="445850"/>
            <a:ext cx="5199700" cy="4251800"/>
          </a:xfrm>
          <a:prstGeom prst="flowChartManualInput">
            <a:avLst/>
          </a:prstGeom>
          <a:solidFill>
            <a:srgbClr val="32FE6B">
              <a:alpha val="8630"/>
            </a:srgbClr>
          </a:solidFill>
          <a:ln cap="flat" cmpd="sng" w="9525">
            <a:solidFill>
              <a:srgbClr val="32FF6A"/>
            </a:solidFill>
            <a:prstDash val="solid"/>
            <a:round/>
            <a:headEnd len="sm" w="sm" type="none"/>
            <a:tailEnd len="sm" w="sm" type="none"/>
          </a:ln>
          <a:effectLst>
            <a:outerShdw blurRad="885825" rotWithShape="0" algn="bl" dir="5400000" dist="19050">
              <a:srgbClr val="32FF6A">
                <a:alpha val="8863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28"/>
          <p:cNvSpPr txBox="1"/>
          <p:nvPr/>
        </p:nvSpPr>
        <p:spPr>
          <a:xfrm>
            <a:off x="5586900" y="801600"/>
            <a:ext cx="3261600" cy="4059900"/>
          </a:xfrm>
          <a:prstGeom prst="rect">
            <a:avLst/>
          </a:prstGeom>
          <a:noFill/>
          <a:ln>
            <a:noFill/>
          </a:ln>
        </p:spPr>
        <p:txBody>
          <a:bodyPr anchorCtr="0" anchor="ctr" bIns="0" lIns="0" spcFirstLastPara="1" rIns="0" wrap="square" tIns="0">
            <a:noAutofit/>
          </a:bodyPr>
          <a:lstStyle/>
          <a:p>
            <a:pPr indent="-343535" lvl="0" marL="457200" rtl="0" algn="l">
              <a:spcBef>
                <a:spcPts val="1000"/>
              </a:spcBef>
              <a:spcAft>
                <a:spcPts val="0"/>
              </a:spcAft>
              <a:buClr>
                <a:schemeClr val="lt1"/>
              </a:buClr>
              <a:buSzPts val="1810"/>
              <a:buFont typeface="Trebuchet MS"/>
              <a:buChar char="●"/>
            </a:pPr>
            <a:r>
              <a:rPr lang="en" sz="1810">
                <a:solidFill>
                  <a:schemeClr val="lt1"/>
                </a:solidFill>
                <a:latin typeface="Trebuchet MS"/>
                <a:ea typeface="Trebuchet MS"/>
                <a:cs typeface="Trebuchet MS"/>
                <a:sym typeface="Trebuchet MS"/>
              </a:rPr>
              <a:t>Dribbling success increases with increasing number of concurrent off-ball runs  (p &lt;0.0001)</a:t>
            </a:r>
            <a:endParaRPr sz="1810">
              <a:solidFill>
                <a:schemeClr val="lt1"/>
              </a:solidFill>
              <a:latin typeface="Trebuchet MS"/>
              <a:ea typeface="Trebuchet MS"/>
              <a:cs typeface="Trebuchet MS"/>
              <a:sym typeface="Trebuchet MS"/>
            </a:endParaRPr>
          </a:p>
          <a:p>
            <a:pPr indent="-343535" lvl="0" marL="457200" rtl="0" algn="l">
              <a:spcBef>
                <a:spcPts val="1000"/>
              </a:spcBef>
              <a:spcAft>
                <a:spcPts val="0"/>
              </a:spcAft>
              <a:buClr>
                <a:schemeClr val="lt1"/>
              </a:buClr>
              <a:buSzPts val="1810"/>
              <a:buFont typeface="Trebuchet MS"/>
              <a:buChar char="●"/>
            </a:pPr>
            <a:r>
              <a:rPr lang="en" sz="1810">
                <a:solidFill>
                  <a:schemeClr val="lt1"/>
                </a:solidFill>
                <a:latin typeface="Trebuchet MS"/>
                <a:ea typeface="Trebuchet MS"/>
                <a:cs typeface="Trebuchet MS"/>
                <a:sym typeface="Trebuchet MS"/>
              </a:rPr>
              <a:t>Positive effects accrue up to four off-ball runs</a:t>
            </a:r>
            <a:endParaRPr sz="1810">
              <a:solidFill>
                <a:schemeClr val="lt1"/>
              </a:solidFill>
              <a:latin typeface="Trebuchet MS"/>
              <a:ea typeface="Trebuchet MS"/>
              <a:cs typeface="Trebuchet MS"/>
              <a:sym typeface="Trebuchet MS"/>
            </a:endParaRPr>
          </a:p>
          <a:p>
            <a:pPr indent="-343535" lvl="0" marL="457200" rtl="0" algn="l">
              <a:spcBef>
                <a:spcPts val="1000"/>
              </a:spcBef>
              <a:spcAft>
                <a:spcPts val="1000"/>
              </a:spcAft>
              <a:buClr>
                <a:schemeClr val="lt1"/>
              </a:buClr>
              <a:buSzPts val="1810"/>
              <a:buFont typeface="Trebuchet MS"/>
              <a:buChar char="●"/>
            </a:pPr>
            <a:r>
              <a:rPr lang="en" sz="1810">
                <a:solidFill>
                  <a:schemeClr val="lt1"/>
                </a:solidFill>
                <a:latin typeface="Trebuchet MS"/>
                <a:ea typeface="Trebuchet MS"/>
                <a:cs typeface="Trebuchet MS"/>
                <a:sym typeface="Trebuchet MS"/>
              </a:rPr>
              <a:t>Limitation: Did not consider other factors such (e.g. possession phase, location on the field) or interactions </a:t>
            </a:r>
            <a:endParaRPr sz="1810">
              <a:solidFill>
                <a:schemeClr val="lt1"/>
              </a:solidFill>
              <a:latin typeface="Trebuchet MS"/>
              <a:ea typeface="Trebuchet MS"/>
              <a:cs typeface="Trebuchet MS"/>
              <a:sym typeface="Trebuchet MS"/>
            </a:endParaRPr>
          </a:p>
        </p:txBody>
      </p:sp>
      <p:sp>
        <p:nvSpPr>
          <p:cNvPr id="220" name="Google Shape;220;p28"/>
          <p:cNvSpPr txBox="1"/>
          <p:nvPr>
            <p:ph idx="4294967295" type="ctrTitle"/>
          </p:nvPr>
        </p:nvSpPr>
        <p:spPr>
          <a:xfrm>
            <a:off x="6418691" y="190477"/>
            <a:ext cx="4958100" cy="309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800"/>
              <a:buFont typeface="Arial"/>
              <a:buNone/>
            </a:pPr>
            <a:r>
              <a:rPr b="1" lang="en" sz="2200">
                <a:solidFill>
                  <a:schemeClr val="lt1"/>
                </a:solidFill>
                <a:latin typeface="Chakra Petch"/>
                <a:ea typeface="Chakra Petch"/>
                <a:cs typeface="Chakra Petch"/>
                <a:sym typeface="Chakra Petch"/>
              </a:rPr>
              <a:t>Question 2: Results</a:t>
            </a:r>
            <a:endParaRPr b="1" i="0" sz="2200" u="none" cap="none" strike="noStrike">
              <a:solidFill>
                <a:schemeClr val="lt1"/>
              </a:solidFill>
              <a:latin typeface="Chakra Petch"/>
              <a:ea typeface="Chakra Petch"/>
              <a:cs typeface="Chakra Petch"/>
              <a:sym typeface="Chakra Petch"/>
            </a:endParaRPr>
          </a:p>
        </p:txBody>
      </p:sp>
      <p:sp>
        <p:nvSpPr>
          <p:cNvPr id="221" name="Google Shape;221;p28"/>
          <p:cNvSpPr/>
          <p:nvPr/>
        </p:nvSpPr>
        <p:spPr>
          <a:xfrm>
            <a:off x="1025075" y="445175"/>
            <a:ext cx="3546900" cy="706200"/>
          </a:xfrm>
          <a:prstGeom prst="snip1Rect">
            <a:avLst>
              <a:gd fmla="val 33352" name="adj"/>
            </a:avLst>
          </a:prstGeom>
          <a:gradFill>
            <a:gsLst>
              <a:gs pos="0">
                <a:srgbClr val="32FE6B"/>
              </a:gs>
              <a:gs pos="100000">
                <a:srgbClr val="C8FF6A"/>
              </a:gs>
            </a:gsLst>
            <a:lin ang="16198662" scaled="0"/>
          </a:gradFill>
          <a:ln>
            <a:noFill/>
          </a:ln>
        </p:spPr>
        <p:txBody>
          <a:bodyPr anchorCtr="0" anchor="ctr" bIns="91700" lIns="91700" spcFirstLastPara="1" rIns="91700" wrap="square" tIns="91700">
            <a:noAutofit/>
          </a:bodyPr>
          <a:lstStyle/>
          <a:p>
            <a:pPr indent="0" lvl="0" marL="0" marR="0" rtl="0" algn="ctr">
              <a:lnSpc>
                <a:spcPct val="100000"/>
              </a:lnSpc>
              <a:spcBef>
                <a:spcPts val="0"/>
              </a:spcBef>
              <a:spcAft>
                <a:spcPts val="0"/>
              </a:spcAft>
              <a:buClr>
                <a:srgbClr val="000000"/>
              </a:buClr>
              <a:buSzPts val="1404"/>
              <a:buFont typeface="Arial"/>
              <a:buNone/>
            </a:pPr>
            <a:r>
              <a:rPr lang="en" sz="2004">
                <a:latin typeface="Chakra Petch SemiBold"/>
                <a:ea typeface="Chakra Petch SemiBold"/>
                <a:cs typeface="Chakra Petch SemiBold"/>
                <a:sym typeface="Chakra Petch SemiBold"/>
              </a:rPr>
              <a:t>Dribble Success vs. Number of Off Ball Runs</a:t>
            </a:r>
            <a:endParaRPr i="0" sz="2004" u="none" cap="none" strike="noStrike">
              <a:solidFill>
                <a:srgbClr val="000000"/>
              </a:solidFill>
              <a:latin typeface="Chakra Petch SemiBold"/>
              <a:ea typeface="Chakra Petch SemiBold"/>
              <a:cs typeface="Chakra Petch SemiBold"/>
              <a:sym typeface="Chakra Petch SemiBold"/>
            </a:endParaRPr>
          </a:p>
        </p:txBody>
      </p:sp>
      <p:pic>
        <p:nvPicPr>
          <p:cNvPr id="222" name="Google Shape;222;p28"/>
          <p:cNvPicPr preferRelativeResize="0"/>
          <p:nvPr/>
        </p:nvPicPr>
        <p:blipFill>
          <a:blip r:embed="rId4">
            <a:alphaModFix/>
          </a:blip>
          <a:stretch>
            <a:fillRect/>
          </a:stretch>
        </p:blipFill>
        <p:spPr>
          <a:xfrm>
            <a:off x="1025047" y="1151373"/>
            <a:ext cx="3546975" cy="3546975"/>
          </a:xfrm>
          <a:prstGeom prst="rect">
            <a:avLst/>
          </a:prstGeom>
          <a:noFill/>
          <a:ln>
            <a:noFill/>
          </a:ln>
          <a:effectLst>
            <a:outerShdw blurRad="57150" rotWithShape="0" algn="bl" dir="2700000" dist="19050">
              <a:srgbClr val="000000">
                <a:alpha val="50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7" name="Shape 227"/>
        <p:cNvGrpSpPr/>
        <p:nvPr/>
      </p:nvGrpSpPr>
      <p:grpSpPr>
        <a:xfrm>
          <a:off x="0" y="0"/>
          <a:ext cx="0" cy="0"/>
          <a:chOff x="0" y="0"/>
          <a:chExt cx="0" cy="0"/>
        </a:xfrm>
      </p:grpSpPr>
      <p:sp>
        <p:nvSpPr>
          <p:cNvPr id="228" name="Google Shape;228;p29"/>
          <p:cNvSpPr/>
          <p:nvPr/>
        </p:nvSpPr>
        <p:spPr>
          <a:xfrm flipH="1" rot="-5400000">
            <a:off x="4731113" y="679888"/>
            <a:ext cx="5199700" cy="3783725"/>
          </a:xfrm>
          <a:prstGeom prst="flowChartManualInput">
            <a:avLst/>
          </a:prstGeom>
          <a:solidFill>
            <a:srgbClr val="32FE6B">
              <a:alpha val="8630"/>
            </a:srgbClr>
          </a:solidFill>
          <a:ln cap="flat" cmpd="sng" w="9525">
            <a:solidFill>
              <a:srgbClr val="32FF6A"/>
            </a:solidFill>
            <a:prstDash val="solid"/>
            <a:round/>
            <a:headEnd len="sm" w="sm" type="none"/>
            <a:tailEnd len="sm" w="sm" type="none"/>
          </a:ln>
          <a:effectLst>
            <a:outerShdw blurRad="885825" rotWithShape="0" algn="bl" dir="5400000" dist="19050">
              <a:srgbClr val="32FF6A">
                <a:alpha val="8863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29"/>
          <p:cNvSpPr txBox="1"/>
          <p:nvPr/>
        </p:nvSpPr>
        <p:spPr>
          <a:xfrm>
            <a:off x="6101675" y="801600"/>
            <a:ext cx="2943600" cy="4059900"/>
          </a:xfrm>
          <a:prstGeom prst="rect">
            <a:avLst/>
          </a:prstGeom>
          <a:noFill/>
          <a:ln>
            <a:noFill/>
          </a:ln>
        </p:spPr>
        <p:txBody>
          <a:bodyPr anchorCtr="0" anchor="ctr" bIns="0" lIns="0" spcFirstLastPara="1" rIns="0" wrap="square" tIns="0">
            <a:noAutofit/>
          </a:bodyPr>
          <a:lstStyle/>
          <a:p>
            <a:pPr indent="-165735" lvl="0" marL="285750" rtl="0" algn="l">
              <a:spcBef>
                <a:spcPts val="1000"/>
              </a:spcBef>
              <a:spcAft>
                <a:spcPts val="0"/>
              </a:spcAft>
              <a:buClr>
                <a:schemeClr val="lt1"/>
              </a:buClr>
              <a:buSzPts val="1710"/>
              <a:buFont typeface="Trebuchet MS"/>
              <a:buChar char="●"/>
            </a:pPr>
            <a:r>
              <a:rPr lang="en" sz="1710">
                <a:solidFill>
                  <a:schemeClr val="lt1"/>
                </a:solidFill>
                <a:latin typeface="Trebuchet MS"/>
                <a:ea typeface="Trebuchet MS"/>
                <a:cs typeface="Trebuchet MS"/>
                <a:sym typeface="Trebuchet MS"/>
              </a:rPr>
              <a:t>K means clustering identified 13 patterns, 8 with sufficient sample size for analysis</a:t>
            </a:r>
            <a:endParaRPr sz="1710">
              <a:solidFill>
                <a:schemeClr val="lt1"/>
              </a:solidFill>
              <a:latin typeface="Trebuchet MS"/>
              <a:ea typeface="Trebuchet MS"/>
              <a:cs typeface="Trebuchet MS"/>
              <a:sym typeface="Trebuchet MS"/>
            </a:endParaRPr>
          </a:p>
          <a:p>
            <a:pPr indent="-165735" lvl="0" marL="285750" rtl="0" algn="l">
              <a:spcBef>
                <a:spcPts val="1000"/>
              </a:spcBef>
              <a:spcAft>
                <a:spcPts val="0"/>
              </a:spcAft>
              <a:buClr>
                <a:schemeClr val="lt1"/>
              </a:buClr>
              <a:buSzPts val="1710"/>
              <a:buFont typeface="Trebuchet MS"/>
              <a:buChar char="●"/>
            </a:pPr>
            <a:r>
              <a:rPr lang="en" sz="1710">
                <a:solidFill>
                  <a:schemeClr val="lt1"/>
                </a:solidFill>
                <a:latin typeface="Trebuchet MS"/>
                <a:ea typeface="Trebuchet MS"/>
                <a:cs typeface="Trebuchet MS"/>
                <a:sym typeface="Trebuchet MS"/>
              </a:rPr>
              <a:t>Clear differences in success among movement patterns</a:t>
            </a:r>
            <a:endParaRPr sz="1710">
              <a:solidFill>
                <a:schemeClr val="lt1"/>
              </a:solidFill>
              <a:latin typeface="Trebuchet MS"/>
              <a:ea typeface="Trebuchet MS"/>
              <a:cs typeface="Trebuchet MS"/>
              <a:sym typeface="Trebuchet MS"/>
            </a:endParaRPr>
          </a:p>
          <a:p>
            <a:pPr indent="-165735" lvl="0" marL="285750" rtl="0" algn="l">
              <a:spcBef>
                <a:spcPts val="1000"/>
              </a:spcBef>
              <a:spcAft>
                <a:spcPts val="0"/>
              </a:spcAft>
              <a:buClr>
                <a:schemeClr val="lt1"/>
              </a:buClr>
              <a:buSzPts val="1710"/>
              <a:buFont typeface="Trebuchet MS"/>
              <a:buChar char="●"/>
            </a:pPr>
            <a:r>
              <a:rPr lang="en" sz="1710">
                <a:solidFill>
                  <a:schemeClr val="lt1"/>
                </a:solidFill>
                <a:latin typeface="Trebuchet MS"/>
                <a:ea typeface="Trebuchet MS"/>
                <a:cs typeface="Trebuchet MS"/>
                <a:sym typeface="Trebuchet MS"/>
              </a:rPr>
              <a:t>Interpretations of pairwise comparisons difficult</a:t>
            </a:r>
            <a:endParaRPr sz="1710">
              <a:solidFill>
                <a:schemeClr val="lt1"/>
              </a:solidFill>
              <a:latin typeface="Trebuchet MS"/>
              <a:ea typeface="Trebuchet MS"/>
              <a:cs typeface="Trebuchet MS"/>
              <a:sym typeface="Trebuchet MS"/>
            </a:endParaRPr>
          </a:p>
          <a:p>
            <a:pPr indent="-165735" lvl="0" marL="285750" rtl="0" algn="l">
              <a:spcBef>
                <a:spcPts val="1000"/>
              </a:spcBef>
              <a:spcAft>
                <a:spcPts val="1000"/>
              </a:spcAft>
              <a:buClr>
                <a:schemeClr val="lt1"/>
              </a:buClr>
              <a:buSzPts val="1710"/>
              <a:buFont typeface="Trebuchet MS"/>
              <a:buChar char="●"/>
            </a:pPr>
            <a:r>
              <a:rPr lang="en" sz="1710">
                <a:solidFill>
                  <a:schemeClr val="lt1"/>
                </a:solidFill>
                <a:latin typeface="Trebuchet MS"/>
                <a:ea typeface="Trebuchet MS"/>
                <a:cs typeface="Trebuchet MS"/>
                <a:sym typeface="Trebuchet MS"/>
              </a:rPr>
              <a:t>Analysis did not account for other key factors which may clarify relationships</a:t>
            </a:r>
            <a:endParaRPr sz="1710">
              <a:solidFill>
                <a:schemeClr val="lt1"/>
              </a:solidFill>
              <a:latin typeface="Trebuchet MS"/>
              <a:ea typeface="Trebuchet MS"/>
              <a:cs typeface="Trebuchet MS"/>
              <a:sym typeface="Trebuchet MS"/>
            </a:endParaRPr>
          </a:p>
        </p:txBody>
      </p:sp>
      <p:sp>
        <p:nvSpPr>
          <p:cNvPr id="230" name="Google Shape;230;p29"/>
          <p:cNvSpPr txBox="1"/>
          <p:nvPr>
            <p:ph idx="4294967295" type="ctrTitle"/>
          </p:nvPr>
        </p:nvSpPr>
        <p:spPr>
          <a:xfrm>
            <a:off x="6418691" y="190477"/>
            <a:ext cx="4958100" cy="309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800"/>
              <a:buFont typeface="Arial"/>
              <a:buNone/>
            </a:pPr>
            <a:r>
              <a:rPr b="1" lang="en" sz="2200">
                <a:solidFill>
                  <a:schemeClr val="lt1"/>
                </a:solidFill>
                <a:latin typeface="Chakra Petch"/>
                <a:ea typeface="Chakra Petch"/>
                <a:cs typeface="Chakra Petch"/>
                <a:sym typeface="Chakra Petch"/>
              </a:rPr>
              <a:t>Question 2: Results</a:t>
            </a:r>
            <a:endParaRPr b="1" i="0" sz="2200" u="none" cap="none" strike="noStrike">
              <a:solidFill>
                <a:schemeClr val="lt1"/>
              </a:solidFill>
              <a:latin typeface="Chakra Petch"/>
              <a:ea typeface="Chakra Petch"/>
              <a:cs typeface="Chakra Petch"/>
              <a:sym typeface="Chakra Petch"/>
            </a:endParaRPr>
          </a:p>
        </p:txBody>
      </p:sp>
      <p:sp>
        <p:nvSpPr>
          <p:cNvPr id="231" name="Google Shape;231;p29"/>
          <p:cNvSpPr/>
          <p:nvPr/>
        </p:nvSpPr>
        <p:spPr>
          <a:xfrm>
            <a:off x="106250" y="431450"/>
            <a:ext cx="5995500" cy="473400"/>
          </a:xfrm>
          <a:prstGeom prst="snip1Rect">
            <a:avLst>
              <a:gd fmla="val 33352" name="adj"/>
            </a:avLst>
          </a:prstGeom>
          <a:gradFill>
            <a:gsLst>
              <a:gs pos="0">
                <a:srgbClr val="32FE6B"/>
              </a:gs>
              <a:gs pos="100000">
                <a:srgbClr val="C8FF6A"/>
              </a:gs>
            </a:gsLst>
            <a:lin ang="16198662" scaled="0"/>
          </a:gradFill>
          <a:ln>
            <a:noFill/>
          </a:ln>
        </p:spPr>
        <p:txBody>
          <a:bodyPr anchorCtr="0" anchor="ctr" bIns="91700" lIns="91700" spcFirstLastPara="1" rIns="91700" wrap="square" tIns="91700">
            <a:noAutofit/>
          </a:bodyPr>
          <a:lstStyle/>
          <a:p>
            <a:pPr indent="0" lvl="0" marL="0" marR="0" rtl="0" algn="ctr">
              <a:lnSpc>
                <a:spcPct val="100000"/>
              </a:lnSpc>
              <a:spcBef>
                <a:spcPts val="0"/>
              </a:spcBef>
              <a:spcAft>
                <a:spcPts val="0"/>
              </a:spcAft>
              <a:buClr>
                <a:srgbClr val="000000"/>
              </a:buClr>
              <a:buSzPts val="1404"/>
              <a:buFont typeface="Arial"/>
              <a:buNone/>
            </a:pPr>
            <a:r>
              <a:rPr lang="en" sz="2004">
                <a:latin typeface="Chakra Petch SemiBold"/>
                <a:ea typeface="Chakra Petch SemiBold"/>
                <a:cs typeface="Chakra Petch SemiBold"/>
                <a:sym typeface="Chakra Petch SemiBold"/>
              </a:rPr>
              <a:t>Dribble Success vs. Movement Pattern</a:t>
            </a:r>
            <a:endParaRPr i="0" sz="2004" u="none" cap="none" strike="noStrike">
              <a:solidFill>
                <a:srgbClr val="000000"/>
              </a:solidFill>
              <a:latin typeface="Chakra Petch SemiBold"/>
              <a:ea typeface="Chakra Petch SemiBold"/>
              <a:cs typeface="Chakra Petch SemiBold"/>
              <a:sym typeface="Chakra Petch SemiBold"/>
            </a:endParaRPr>
          </a:p>
        </p:txBody>
      </p:sp>
      <p:pic>
        <p:nvPicPr>
          <p:cNvPr id="232" name="Google Shape;232;p29"/>
          <p:cNvPicPr preferRelativeResize="0"/>
          <p:nvPr/>
        </p:nvPicPr>
        <p:blipFill>
          <a:blip r:embed="rId4">
            <a:alphaModFix/>
          </a:blip>
          <a:stretch>
            <a:fillRect/>
          </a:stretch>
        </p:blipFill>
        <p:spPr>
          <a:xfrm>
            <a:off x="106250" y="904600"/>
            <a:ext cx="5995415" cy="3807450"/>
          </a:xfrm>
          <a:prstGeom prst="rect">
            <a:avLst/>
          </a:prstGeom>
          <a:noFill/>
          <a:ln>
            <a:noFill/>
          </a:ln>
          <a:effectLst>
            <a:outerShdw blurRad="57150" rotWithShape="0" algn="bl" dir="2700000" dist="19050">
              <a:srgbClr val="000000">
                <a:alpha val="50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6" name="Shape 236"/>
        <p:cNvGrpSpPr/>
        <p:nvPr/>
      </p:nvGrpSpPr>
      <p:grpSpPr>
        <a:xfrm>
          <a:off x="0" y="0"/>
          <a:ext cx="0" cy="0"/>
          <a:chOff x="0" y="0"/>
          <a:chExt cx="0" cy="0"/>
        </a:xfrm>
      </p:grpSpPr>
      <p:pic>
        <p:nvPicPr>
          <p:cNvPr id="237" name="Google Shape;237;p30" title="line blanche.png"/>
          <p:cNvPicPr preferRelativeResize="0"/>
          <p:nvPr/>
        </p:nvPicPr>
        <p:blipFill rotWithShape="1">
          <a:blip r:embed="rId4">
            <a:alphaModFix/>
          </a:blip>
          <a:srcRect b="0" l="0" r="0" t="0"/>
          <a:stretch/>
        </p:blipFill>
        <p:spPr>
          <a:xfrm>
            <a:off x="419453" y="289299"/>
            <a:ext cx="8450760" cy="573550"/>
          </a:xfrm>
          <a:prstGeom prst="rect">
            <a:avLst/>
          </a:prstGeom>
          <a:noFill/>
          <a:ln>
            <a:noFill/>
          </a:ln>
        </p:spPr>
      </p:pic>
      <p:sp>
        <p:nvSpPr>
          <p:cNvPr id="238" name="Google Shape;238;p30"/>
          <p:cNvSpPr txBox="1"/>
          <p:nvPr>
            <p:ph idx="4294967295" type="ctrTitle"/>
          </p:nvPr>
        </p:nvSpPr>
        <p:spPr>
          <a:xfrm>
            <a:off x="298149" y="75300"/>
            <a:ext cx="1764900" cy="522600"/>
          </a:xfrm>
          <a:prstGeom prst="rect">
            <a:avLst/>
          </a:prstGeom>
          <a:solidFill>
            <a:srgbClr val="25252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800"/>
              <a:buFont typeface="Arial"/>
              <a:buNone/>
            </a:pPr>
            <a:r>
              <a:rPr b="1" lang="en" sz="2300">
                <a:solidFill>
                  <a:schemeClr val="lt1"/>
                </a:solidFill>
                <a:latin typeface="Chakra Petch"/>
                <a:ea typeface="Chakra Petch"/>
                <a:cs typeface="Chakra Petch"/>
                <a:sym typeface="Chakra Petch"/>
              </a:rPr>
              <a:t>Conclusion</a:t>
            </a:r>
            <a:endParaRPr b="1" i="0" sz="2300" u="none" cap="none" strike="noStrike">
              <a:solidFill>
                <a:schemeClr val="lt1"/>
              </a:solidFill>
              <a:latin typeface="Chakra Petch"/>
              <a:ea typeface="Chakra Petch"/>
              <a:cs typeface="Chakra Petch"/>
              <a:sym typeface="Chakra Petch"/>
            </a:endParaRPr>
          </a:p>
        </p:txBody>
      </p:sp>
      <p:grpSp>
        <p:nvGrpSpPr>
          <p:cNvPr id="239" name="Google Shape;239;p30"/>
          <p:cNvGrpSpPr/>
          <p:nvPr/>
        </p:nvGrpSpPr>
        <p:grpSpPr>
          <a:xfrm>
            <a:off x="524677" y="3624300"/>
            <a:ext cx="8345498" cy="1237200"/>
            <a:chOff x="524677" y="3624300"/>
            <a:chExt cx="8345498" cy="1237200"/>
          </a:xfrm>
        </p:grpSpPr>
        <p:sp>
          <p:nvSpPr>
            <p:cNvPr id="240" name="Google Shape;240;p30"/>
            <p:cNvSpPr/>
            <p:nvPr/>
          </p:nvSpPr>
          <p:spPr>
            <a:xfrm>
              <a:off x="537975" y="3628325"/>
              <a:ext cx="8332200" cy="1229100"/>
            </a:xfrm>
            <a:prstGeom prst="snip2DiagRect">
              <a:avLst>
                <a:gd fmla="val 0" name="adj1"/>
                <a:gd fmla="val 18883" name="adj2"/>
              </a:avLst>
            </a:prstGeom>
            <a:solidFill>
              <a:srgbClr val="32FE6B">
                <a:alpha val="11760"/>
              </a:srgbClr>
            </a:solidFill>
            <a:ln cap="flat" cmpd="sng" w="9525">
              <a:solidFill>
                <a:srgbClr val="32FE6B"/>
              </a:solidFill>
              <a:prstDash val="solid"/>
              <a:round/>
              <a:headEnd len="sm" w="sm" type="none"/>
              <a:tailEnd len="sm" w="sm" type="none"/>
            </a:ln>
            <a:effectLst>
              <a:outerShdw blurRad="285750" rotWithShape="0" algn="ctr" dist="9525">
                <a:srgbClr val="32FE6B"/>
              </a:outerShdw>
            </a:effectLst>
          </p:spPr>
          <p:txBody>
            <a:bodyPr anchorCtr="0" anchor="ctr" bIns="32700" lIns="65350" spcFirstLastPara="1" rIns="65350" wrap="square" tIns="32700">
              <a:noAutofit/>
            </a:bodyPr>
            <a:lstStyle/>
            <a:p>
              <a:pPr indent="0" lvl="0" marL="0" marR="0" rtl="0" algn="ctr">
                <a:lnSpc>
                  <a:spcPct val="100000"/>
                </a:lnSpc>
                <a:spcBef>
                  <a:spcPts val="0"/>
                </a:spcBef>
                <a:spcAft>
                  <a:spcPts val="0"/>
                </a:spcAft>
                <a:buClr>
                  <a:srgbClr val="000000"/>
                </a:buClr>
                <a:buSzPts val="1430"/>
                <a:buFont typeface="Arial"/>
                <a:buNone/>
              </a:pPr>
              <a:r>
                <a:t/>
              </a:r>
              <a:endParaRPr b="1" i="0" sz="1430" u="none" cap="none" strike="noStrike">
                <a:solidFill>
                  <a:schemeClr val="lt1"/>
                </a:solidFill>
                <a:latin typeface="Chakra Petch SemiBold"/>
                <a:ea typeface="Chakra Petch SemiBold"/>
                <a:cs typeface="Chakra Petch SemiBold"/>
                <a:sym typeface="Chakra Petch SemiBold"/>
              </a:endParaRPr>
            </a:p>
          </p:txBody>
        </p:sp>
        <p:sp>
          <p:nvSpPr>
            <p:cNvPr id="241" name="Google Shape;241;p30"/>
            <p:cNvSpPr/>
            <p:nvPr/>
          </p:nvSpPr>
          <p:spPr>
            <a:xfrm rot="10800000">
              <a:off x="524677" y="3624300"/>
              <a:ext cx="1843500" cy="1237200"/>
            </a:xfrm>
            <a:prstGeom prst="snip1Rect">
              <a:avLst>
                <a:gd fmla="val 16667" name="adj"/>
              </a:avLst>
            </a:prstGeom>
            <a:gradFill>
              <a:gsLst>
                <a:gs pos="0">
                  <a:srgbClr val="32FE6B"/>
                </a:gs>
                <a:gs pos="100000">
                  <a:srgbClr val="C8FF6A"/>
                </a:gs>
              </a:gsLst>
              <a:lin ang="0"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2" name="Google Shape;242;p30"/>
          <p:cNvGrpSpPr/>
          <p:nvPr/>
        </p:nvGrpSpPr>
        <p:grpSpPr>
          <a:xfrm>
            <a:off x="533773" y="2211430"/>
            <a:ext cx="8336362" cy="1240200"/>
            <a:chOff x="533773" y="2211430"/>
            <a:chExt cx="8336362" cy="1240200"/>
          </a:xfrm>
        </p:grpSpPr>
        <p:sp>
          <p:nvSpPr>
            <p:cNvPr id="243" name="Google Shape;243;p30"/>
            <p:cNvSpPr/>
            <p:nvPr/>
          </p:nvSpPr>
          <p:spPr>
            <a:xfrm>
              <a:off x="581135" y="2216601"/>
              <a:ext cx="8289000" cy="1229100"/>
            </a:xfrm>
            <a:prstGeom prst="snip2DiagRect">
              <a:avLst>
                <a:gd fmla="val 0" name="adj1"/>
                <a:gd fmla="val 18883" name="adj2"/>
              </a:avLst>
            </a:prstGeom>
            <a:solidFill>
              <a:srgbClr val="32FE6B">
                <a:alpha val="11760"/>
              </a:srgbClr>
            </a:solidFill>
            <a:ln cap="flat" cmpd="sng" w="9525">
              <a:solidFill>
                <a:srgbClr val="32FE6B"/>
              </a:solidFill>
              <a:prstDash val="solid"/>
              <a:round/>
              <a:headEnd len="sm" w="sm" type="none"/>
              <a:tailEnd len="sm" w="sm" type="none"/>
            </a:ln>
            <a:effectLst>
              <a:outerShdw blurRad="285750" rotWithShape="0" algn="ctr" dist="9525">
                <a:srgbClr val="32FE6B"/>
              </a:outerShdw>
            </a:effectLst>
          </p:spPr>
          <p:txBody>
            <a:bodyPr anchorCtr="0" anchor="ctr" bIns="32700" lIns="65350" spcFirstLastPara="1" rIns="65350" wrap="square" tIns="32700">
              <a:noAutofit/>
            </a:bodyPr>
            <a:lstStyle/>
            <a:p>
              <a:pPr indent="0" lvl="0" marL="0" marR="0" rtl="0" algn="ctr">
                <a:lnSpc>
                  <a:spcPct val="100000"/>
                </a:lnSpc>
                <a:spcBef>
                  <a:spcPts val="0"/>
                </a:spcBef>
                <a:spcAft>
                  <a:spcPts val="0"/>
                </a:spcAft>
                <a:buClr>
                  <a:srgbClr val="000000"/>
                </a:buClr>
                <a:buSzPts val="1430"/>
                <a:buFont typeface="Arial"/>
                <a:buNone/>
              </a:pPr>
              <a:r>
                <a:t/>
              </a:r>
              <a:endParaRPr b="1" i="0" sz="1430" u="none" cap="none" strike="noStrike">
                <a:solidFill>
                  <a:schemeClr val="lt1"/>
                </a:solidFill>
                <a:latin typeface="Chakra Petch SemiBold"/>
                <a:ea typeface="Chakra Petch SemiBold"/>
                <a:cs typeface="Chakra Petch SemiBold"/>
                <a:sym typeface="Chakra Petch SemiBold"/>
              </a:endParaRPr>
            </a:p>
          </p:txBody>
        </p:sp>
        <p:sp>
          <p:nvSpPr>
            <p:cNvPr id="244" name="Google Shape;244;p30"/>
            <p:cNvSpPr/>
            <p:nvPr/>
          </p:nvSpPr>
          <p:spPr>
            <a:xfrm rot="10800000">
              <a:off x="533773" y="2211430"/>
              <a:ext cx="1843500" cy="1240200"/>
            </a:xfrm>
            <a:prstGeom prst="snip1Rect">
              <a:avLst>
                <a:gd fmla="val 16667" name="adj"/>
              </a:avLst>
            </a:prstGeom>
            <a:gradFill>
              <a:gsLst>
                <a:gs pos="0">
                  <a:srgbClr val="32FE6B"/>
                </a:gs>
                <a:gs pos="100000">
                  <a:srgbClr val="C8FF6A"/>
                </a:gs>
              </a:gsLst>
              <a:lin ang="0"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5" name="Google Shape;245;p30"/>
          <p:cNvGrpSpPr/>
          <p:nvPr/>
        </p:nvGrpSpPr>
        <p:grpSpPr>
          <a:xfrm>
            <a:off x="524673" y="800620"/>
            <a:ext cx="8345502" cy="1237200"/>
            <a:chOff x="524673" y="800620"/>
            <a:chExt cx="8345502" cy="1237200"/>
          </a:xfrm>
        </p:grpSpPr>
        <p:sp>
          <p:nvSpPr>
            <p:cNvPr id="246" name="Google Shape;246;p30"/>
            <p:cNvSpPr/>
            <p:nvPr/>
          </p:nvSpPr>
          <p:spPr>
            <a:xfrm>
              <a:off x="537975" y="804858"/>
              <a:ext cx="8332200" cy="1229100"/>
            </a:xfrm>
            <a:prstGeom prst="snip2DiagRect">
              <a:avLst>
                <a:gd fmla="val 0" name="adj1"/>
                <a:gd fmla="val 18883" name="adj2"/>
              </a:avLst>
            </a:prstGeom>
            <a:solidFill>
              <a:srgbClr val="32FE6B">
                <a:alpha val="11760"/>
              </a:srgbClr>
            </a:solidFill>
            <a:ln cap="flat" cmpd="sng" w="9525">
              <a:solidFill>
                <a:srgbClr val="32FE6B"/>
              </a:solidFill>
              <a:prstDash val="solid"/>
              <a:round/>
              <a:headEnd len="sm" w="sm" type="none"/>
              <a:tailEnd len="sm" w="sm" type="none"/>
            </a:ln>
            <a:effectLst>
              <a:outerShdw blurRad="285750" rotWithShape="0" algn="ctr" dist="9525">
                <a:srgbClr val="32FE6B"/>
              </a:outerShdw>
            </a:effectLst>
          </p:spPr>
          <p:txBody>
            <a:bodyPr anchorCtr="0" anchor="ctr" bIns="32700" lIns="65350" spcFirstLastPara="1" rIns="65350" wrap="square" tIns="32700">
              <a:noAutofit/>
            </a:bodyPr>
            <a:lstStyle/>
            <a:p>
              <a:pPr indent="0" lvl="0" marL="0" marR="0" rtl="0" algn="ctr">
                <a:lnSpc>
                  <a:spcPct val="100000"/>
                </a:lnSpc>
                <a:spcBef>
                  <a:spcPts val="0"/>
                </a:spcBef>
                <a:spcAft>
                  <a:spcPts val="0"/>
                </a:spcAft>
                <a:buClr>
                  <a:srgbClr val="000000"/>
                </a:buClr>
                <a:buSzPts val="1430"/>
                <a:buFont typeface="Arial"/>
                <a:buNone/>
              </a:pPr>
              <a:r>
                <a:t/>
              </a:r>
              <a:endParaRPr b="1" i="0" sz="1430" u="none" cap="none" strike="noStrike">
                <a:solidFill>
                  <a:schemeClr val="lt1"/>
                </a:solidFill>
                <a:latin typeface="Chakra Petch SemiBold"/>
                <a:ea typeface="Chakra Petch SemiBold"/>
                <a:cs typeface="Chakra Petch SemiBold"/>
                <a:sym typeface="Chakra Petch SemiBold"/>
              </a:endParaRPr>
            </a:p>
          </p:txBody>
        </p:sp>
        <p:sp>
          <p:nvSpPr>
            <p:cNvPr id="247" name="Google Shape;247;p30"/>
            <p:cNvSpPr/>
            <p:nvPr/>
          </p:nvSpPr>
          <p:spPr>
            <a:xfrm rot="10800000">
              <a:off x="524673" y="800620"/>
              <a:ext cx="1843500" cy="1237200"/>
            </a:xfrm>
            <a:prstGeom prst="snip1Rect">
              <a:avLst>
                <a:gd fmla="val 16667" name="adj"/>
              </a:avLst>
            </a:prstGeom>
            <a:gradFill>
              <a:gsLst>
                <a:gs pos="0">
                  <a:srgbClr val="32FE6B"/>
                </a:gs>
                <a:gs pos="100000">
                  <a:srgbClr val="C8FF6A"/>
                </a:gs>
              </a:gsLst>
              <a:lin ang="0"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48" name="Google Shape;248;p30"/>
          <p:cNvSpPr txBox="1"/>
          <p:nvPr>
            <p:ph idx="4294967295" type="ctrTitle"/>
          </p:nvPr>
        </p:nvSpPr>
        <p:spPr>
          <a:xfrm>
            <a:off x="871375" y="933050"/>
            <a:ext cx="1375200" cy="974100"/>
          </a:xfrm>
          <a:prstGeom prst="rect">
            <a:avLst/>
          </a:prstGeom>
          <a:noFill/>
          <a:ln>
            <a:noFill/>
          </a:ln>
        </p:spPr>
        <p:txBody>
          <a:bodyPr anchorCtr="0" anchor="ctr" bIns="87175" lIns="87175" spcFirstLastPara="1" rIns="87175" wrap="square" tIns="87175">
            <a:noAutofit/>
          </a:bodyPr>
          <a:lstStyle/>
          <a:p>
            <a:pPr indent="0" lvl="0" marL="0" rtl="0" algn="l">
              <a:lnSpc>
                <a:spcPct val="80000"/>
              </a:lnSpc>
              <a:spcBef>
                <a:spcPts val="0"/>
              </a:spcBef>
              <a:spcAft>
                <a:spcPts val="0"/>
              </a:spcAft>
              <a:buClr>
                <a:schemeClr val="dk1"/>
              </a:buClr>
              <a:buSzPts val="1100"/>
              <a:buFont typeface="Arial"/>
              <a:buNone/>
            </a:pPr>
            <a:r>
              <a:rPr b="1" lang="en" sz="1887">
                <a:latin typeface="Chakra Petch"/>
                <a:ea typeface="Chakra Petch"/>
                <a:cs typeface="Chakra Petch"/>
                <a:sym typeface="Chakra Petch"/>
              </a:rPr>
              <a:t>Dribbling outcomes</a:t>
            </a:r>
            <a:endParaRPr b="1" sz="1887">
              <a:latin typeface="Chakra Petch"/>
              <a:ea typeface="Chakra Petch"/>
              <a:cs typeface="Chakra Petch"/>
              <a:sym typeface="Chakra Petch"/>
            </a:endParaRPr>
          </a:p>
        </p:txBody>
      </p:sp>
      <p:sp>
        <p:nvSpPr>
          <p:cNvPr id="249" name="Google Shape;249;p30"/>
          <p:cNvSpPr txBox="1"/>
          <p:nvPr>
            <p:ph idx="4294967295" type="ctrTitle"/>
          </p:nvPr>
        </p:nvSpPr>
        <p:spPr>
          <a:xfrm>
            <a:off x="2617648" y="915907"/>
            <a:ext cx="5957400" cy="1006800"/>
          </a:xfrm>
          <a:prstGeom prst="rect">
            <a:avLst/>
          </a:prstGeom>
          <a:noFill/>
          <a:ln>
            <a:noFill/>
          </a:ln>
        </p:spPr>
        <p:txBody>
          <a:bodyPr anchorCtr="0" anchor="ctr" bIns="0" lIns="0" spcFirstLastPara="1" rIns="0" wrap="square" tIns="0">
            <a:noAutofit/>
          </a:bodyPr>
          <a:lstStyle/>
          <a:p>
            <a:pPr indent="-342900" lvl="0" marL="457200" rtl="0" algn="l">
              <a:spcBef>
                <a:spcPts val="0"/>
              </a:spcBef>
              <a:spcAft>
                <a:spcPts val="0"/>
              </a:spcAft>
              <a:buClr>
                <a:schemeClr val="lt1"/>
              </a:buClr>
              <a:buSzPts val="1800"/>
              <a:buFont typeface="Trebuchet MS"/>
              <a:buChar char="●"/>
            </a:pPr>
            <a:r>
              <a:rPr lang="en" sz="1800">
                <a:solidFill>
                  <a:schemeClr val="lt1"/>
                </a:solidFill>
                <a:latin typeface="Trebuchet MS"/>
                <a:ea typeface="Trebuchet MS"/>
                <a:cs typeface="Trebuchet MS"/>
                <a:sym typeface="Trebuchet MS"/>
              </a:rPr>
              <a:t>Affected by offball runs &amp; </a:t>
            </a:r>
            <a:r>
              <a:rPr b="1" lang="en" sz="1800">
                <a:solidFill>
                  <a:schemeClr val="lt1"/>
                </a:solidFill>
                <a:latin typeface="Trebuchet MS"/>
                <a:ea typeface="Trebuchet MS"/>
                <a:cs typeface="Trebuchet MS"/>
                <a:sym typeface="Trebuchet MS"/>
              </a:rPr>
              <a:t>team movement</a:t>
            </a:r>
            <a:r>
              <a:rPr lang="en" sz="1800">
                <a:solidFill>
                  <a:schemeClr val="lt1"/>
                </a:solidFill>
                <a:latin typeface="Trebuchet MS"/>
                <a:ea typeface="Trebuchet MS"/>
                <a:cs typeface="Trebuchet MS"/>
                <a:sym typeface="Trebuchet MS"/>
              </a:rPr>
              <a:t> </a:t>
            </a:r>
            <a:endParaRPr sz="1800">
              <a:solidFill>
                <a:schemeClr val="lt1"/>
              </a:solidFill>
              <a:latin typeface="Trebuchet MS"/>
              <a:ea typeface="Trebuchet MS"/>
              <a:cs typeface="Trebuchet MS"/>
              <a:sym typeface="Trebuchet MS"/>
            </a:endParaRPr>
          </a:p>
          <a:p>
            <a:pPr indent="-342900" lvl="0" marL="457200" rtl="0" algn="l">
              <a:spcBef>
                <a:spcPts val="0"/>
              </a:spcBef>
              <a:spcAft>
                <a:spcPts val="0"/>
              </a:spcAft>
              <a:buClr>
                <a:schemeClr val="lt1"/>
              </a:buClr>
              <a:buSzPts val="1800"/>
              <a:buFont typeface="Trebuchet MS"/>
              <a:buChar char="●"/>
            </a:pPr>
            <a:r>
              <a:rPr lang="en" sz="1800">
                <a:solidFill>
                  <a:schemeClr val="lt1"/>
                </a:solidFill>
                <a:latin typeface="Trebuchet MS"/>
                <a:ea typeface="Trebuchet MS"/>
                <a:cs typeface="Trebuchet MS"/>
                <a:sym typeface="Trebuchet MS"/>
              </a:rPr>
              <a:t>All players are </a:t>
            </a:r>
            <a:r>
              <a:rPr b="1" lang="en" sz="1800">
                <a:solidFill>
                  <a:schemeClr val="lt1"/>
                </a:solidFill>
                <a:latin typeface="Trebuchet MS"/>
                <a:ea typeface="Trebuchet MS"/>
                <a:cs typeface="Trebuchet MS"/>
                <a:sym typeface="Trebuchet MS"/>
              </a:rPr>
              <a:t>active participants</a:t>
            </a:r>
            <a:r>
              <a:rPr lang="en" sz="1800">
                <a:solidFill>
                  <a:schemeClr val="lt1"/>
                </a:solidFill>
                <a:latin typeface="Trebuchet MS"/>
                <a:ea typeface="Trebuchet MS"/>
                <a:cs typeface="Trebuchet MS"/>
                <a:sym typeface="Trebuchet MS"/>
              </a:rPr>
              <a:t> during a teammate’s dribble</a:t>
            </a:r>
            <a:endParaRPr sz="1800">
              <a:solidFill>
                <a:schemeClr val="lt1"/>
              </a:solidFill>
              <a:latin typeface="Trebuchet MS"/>
              <a:ea typeface="Trebuchet MS"/>
              <a:cs typeface="Trebuchet MS"/>
              <a:sym typeface="Trebuchet MS"/>
            </a:endParaRPr>
          </a:p>
        </p:txBody>
      </p:sp>
      <p:cxnSp>
        <p:nvCxnSpPr>
          <p:cNvPr id="250" name="Google Shape;250;p30"/>
          <p:cNvCxnSpPr/>
          <p:nvPr/>
        </p:nvCxnSpPr>
        <p:spPr>
          <a:xfrm>
            <a:off x="4536073" y="2033831"/>
            <a:ext cx="0" cy="281700"/>
          </a:xfrm>
          <a:prstGeom prst="straightConnector1">
            <a:avLst/>
          </a:prstGeom>
          <a:noFill/>
          <a:ln cap="flat" cmpd="sng" w="28575">
            <a:solidFill>
              <a:srgbClr val="32FE6B"/>
            </a:solidFill>
            <a:prstDash val="solid"/>
            <a:round/>
            <a:headEnd len="sm" w="sm" type="none"/>
            <a:tailEnd len="med" w="med" type="triangle"/>
          </a:ln>
        </p:spPr>
      </p:cxnSp>
      <p:sp>
        <p:nvSpPr>
          <p:cNvPr id="251" name="Google Shape;251;p30"/>
          <p:cNvSpPr txBox="1"/>
          <p:nvPr>
            <p:ph idx="4294967295" type="ctrTitle"/>
          </p:nvPr>
        </p:nvSpPr>
        <p:spPr>
          <a:xfrm>
            <a:off x="2513776" y="2327650"/>
            <a:ext cx="5957400" cy="1006800"/>
          </a:xfrm>
          <a:prstGeom prst="rect">
            <a:avLst/>
          </a:prstGeom>
          <a:noFill/>
          <a:ln>
            <a:noFill/>
          </a:ln>
        </p:spPr>
        <p:txBody>
          <a:bodyPr anchorCtr="0" anchor="ctr" bIns="0" lIns="0" spcFirstLastPara="1" rIns="0" wrap="square" tIns="0">
            <a:noAutofit/>
          </a:bodyPr>
          <a:lstStyle/>
          <a:p>
            <a:pPr indent="-342900" lvl="0" marL="457200" rtl="0" algn="l">
              <a:spcBef>
                <a:spcPts val="0"/>
              </a:spcBef>
              <a:spcAft>
                <a:spcPts val="0"/>
              </a:spcAft>
              <a:buClr>
                <a:schemeClr val="lt1"/>
              </a:buClr>
              <a:buSzPts val="1800"/>
              <a:buFont typeface="Trebuchet MS"/>
              <a:buChar char="●"/>
            </a:pPr>
            <a:r>
              <a:rPr lang="en" sz="1800">
                <a:solidFill>
                  <a:schemeClr val="lt1"/>
                </a:solidFill>
                <a:latin typeface="Trebuchet MS"/>
                <a:ea typeface="Trebuchet MS"/>
                <a:cs typeface="Trebuchet MS"/>
                <a:sym typeface="Trebuchet MS"/>
              </a:rPr>
              <a:t>Can be d</a:t>
            </a:r>
            <a:r>
              <a:rPr b="1" lang="en" sz="1800">
                <a:solidFill>
                  <a:schemeClr val="lt1"/>
                </a:solidFill>
                <a:latin typeface="Trebuchet MS"/>
                <a:ea typeface="Trebuchet MS"/>
                <a:cs typeface="Trebuchet MS"/>
                <a:sym typeface="Trebuchet MS"/>
              </a:rPr>
              <a:t>escribed</a:t>
            </a:r>
            <a:r>
              <a:rPr lang="en" sz="1800">
                <a:solidFill>
                  <a:schemeClr val="lt1"/>
                </a:solidFill>
                <a:latin typeface="Trebuchet MS"/>
                <a:ea typeface="Trebuchet MS"/>
                <a:cs typeface="Trebuchet MS"/>
                <a:sym typeface="Trebuchet MS"/>
              </a:rPr>
              <a:t>, </a:t>
            </a:r>
            <a:r>
              <a:rPr b="1" lang="en" sz="1800">
                <a:solidFill>
                  <a:schemeClr val="lt1"/>
                </a:solidFill>
                <a:latin typeface="Trebuchet MS"/>
                <a:ea typeface="Trebuchet MS"/>
                <a:cs typeface="Trebuchet MS"/>
                <a:sym typeface="Trebuchet MS"/>
              </a:rPr>
              <a:t>characterized</a:t>
            </a:r>
            <a:r>
              <a:rPr lang="en" sz="1800">
                <a:solidFill>
                  <a:schemeClr val="lt1"/>
                </a:solidFill>
                <a:latin typeface="Trebuchet MS"/>
                <a:ea typeface="Trebuchet MS"/>
                <a:cs typeface="Trebuchet MS"/>
                <a:sym typeface="Trebuchet MS"/>
              </a:rPr>
              <a:t>, and </a:t>
            </a:r>
            <a:r>
              <a:rPr b="1" lang="en" sz="1800">
                <a:solidFill>
                  <a:schemeClr val="lt1"/>
                </a:solidFill>
                <a:latin typeface="Trebuchet MS"/>
                <a:ea typeface="Trebuchet MS"/>
                <a:cs typeface="Trebuchet MS"/>
                <a:sym typeface="Trebuchet MS"/>
              </a:rPr>
              <a:t>analyzed</a:t>
            </a:r>
            <a:endParaRPr b="1" sz="1800">
              <a:solidFill>
                <a:schemeClr val="lt1"/>
              </a:solidFill>
              <a:latin typeface="Trebuchet MS"/>
              <a:ea typeface="Trebuchet MS"/>
              <a:cs typeface="Trebuchet MS"/>
              <a:sym typeface="Trebuchet MS"/>
            </a:endParaRPr>
          </a:p>
          <a:p>
            <a:pPr indent="-342900" lvl="0" marL="457200" rtl="0" algn="l">
              <a:spcBef>
                <a:spcPts val="0"/>
              </a:spcBef>
              <a:spcAft>
                <a:spcPts val="0"/>
              </a:spcAft>
              <a:buClr>
                <a:schemeClr val="lt1"/>
              </a:buClr>
              <a:buSzPts val="1800"/>
              <a:buFont typeface="Trebuchet MS"/>
              <a:buChar char="●"/>
            </a:pPr>
            <a:r>
              <a:rPr lang="en" sz="1800">
                <a:solidFill>
                  <a:schemeClr val="lt1"/>
                </a:solidFill>
                <a:latin typeface="Trebuchet MS"/>
                <a:ea typeface="Trebuchet MS"/>
                <a:cs typeface="Trebuchet MS"/>
                <a:sym typeface="Trebuchet MS"/>
              </a:rPr>
              <a:t>Used to assess individual &amp; team interactions and success and challenges</a:t>
            </a:r>
            <a:endParaRPr sz="1800">
              <a:solidFill>
                <a:schemeClr val="lt1"/>
              </a:solidFill>
              <a:latin typeface="Trebuchet MS"/>
              <a:ea typeface="Trebuchet MS"/>
              <a:cs typeface="Trebuchet MS"/>
              <a:sym typeface="Trebuchet MS"/>
            </a:endParaRPr>
          </a:p>
        </p:txBody>
      </p:sp>
      <p:cxnSp>
        <p:nvCxnSpPr>
          <p:cNvPr id="252" name="Google Shape;252;p30"/>
          <p:cNvCxnSpPr/>
          <p:nvPr/>
        </p:nvCxnSpPr>
        <p:spPr>
          <a:xfrm>
            <a:off x="4536073" y="3445574"/>
            <a:ext cx="0" cy="281700"/>
          </a:xfrm>
          <a:prstGeom prst="straightConnector1">
            <a:avLst/>
          </a:prstGeom>
          <a:noFill/>
          <a:ln cap="flat" cmpd="sng" w="28575">
            <a:solidFill>
              <a:srgbClr val="32FE6B"/>
            </a:solidFill>
            <a:prstDash val="solid"/>
            <a:round/>
            <a:headEnd len="sm" w="sm" type="none"/>
            <a:tailEnd len="med" w="med" type="triangle"/>
          </a:ln>
        </p:spPr>
      </p:cxnSp>
      <p:sp>
        <p:nvSpPr>
          <p:cNvPr id="253" name="Google Shape;253;p30"/>
          <p:cNvSpPr txBox="1"/>
          <p:nvPr>
            <p:ph idx="4294967295" type="ctrTitle"/>
          </p:nvPr>
        </p:nvSpPr>
        <p:spPr>
          <a:xfrm>
            <a:off x="2617648" y="3739392"/>
            <a:ext cx="5957400" cy="1006800"/>
          </a:xfrm>
          <a:prstGeom prst="rect">
            <a:avLst/>
          </a:prstGeom>
          <a:noFill/>
          <a:ln>
            <a:noFill/>
          </a:ln>
        </p:spPr>
        <p:txBody>
          <a:bodyPr anchorCtr="0" anchor="ctr" bIns="0" lIns="0" spcFirstLastPara="1" rIns="0" wrap="square" tIns="0">
            <a:noAutofit/>
          </a:bodyPr>
          <a:lstStyle/>
          <a:p>
            <a:pPr indent="-342900" lvl="0" marL="457200" rtl="0" algn="l">
              <a:spcBef>
                <a:spcPts val="0"/>
              </a:spcBef>
              <a:spcAft>
                <a:spcPts val="0"/>
              </a:spcAft>
              <a:buClr>
                <a:schemeClr val="lt1"/>
              </a:buClr>
              <a:buSzPts val="1800"/>
              <a:buFont typeface="Trebuchet MS"/>
              <a:buChar char="●"/>
            </a:pPr>
            <a:r>
              <a:rPr lang="en" sz="1800">
                <a:solidFill>
                  <a:schemeClr val="lt1"/>
                </a:solidFill>
                <a:latin typeface="Trebuchet MS"/>
                <a:ea typeface="Trebuchet MS"/>
                <a:cs typeface="Trebuchet MS"/>
                <a:sym typeface="Trebuchet MS"/>
              </a:rPr>
              <a:t>Off-ball and team movement can be taught &amp; implemented</a:t>
            </a:r>
            <a:endParaRPr sz="1800">
              <a:solidFill>
                <a:schemeClr val="lt1"/>
              </a:solidFill>
              <a:latin typeface="Trebuchet MS"/>
              <a:ea typeface="Trebuchet MS"/>
              <a:cs typeface="Trebuchet MS"/>
              <a:sym typeface="Trebuchet MS"/>
            </a:endParaRPr>
          </a:p>
          <a:p>
            <a:pPr indent="-342900" lvl="0" marL="457200" rtl="0" algn="l">
              <a:spcBef>
                <a:spcPts val="0"/>
              </a:spcBef>
              <a:spcAft>
                <a:spcPts val="0"/>
              </a:spcAft>
              <a:buClr>
                <a:schemeClr val="lt1"/>
              </a:buClr>
              <a:buSzPts val="1800"/>
              <a:buFont typeface="Trebuchet MS"/>
              <a:buChar char="●"/>
            </a:pPr>
            <a:r>
              <a:rPr lang="en" sz="1800">
                <a:solidFill>
                  <a:schemeClr val="lt1"/>
                </a:solidFill>
                <a:latin typeface="Trebuchet MS"/>
                <a:ea typeface="Trebuchet MS"/>
                <a:cs typeface="Trebuchet MS"/>
                <a:sym typeface="Trebuchet MS"/>
              </a:rPr>
              <a:t>Enhance tactical strategy, recruiting and scouting</a:t>
            </a:r>
            <a:endParaRPr sz="1800">
              <a:solidFill>
                <a:schemeClr val="lt1"/>
              </a:solidFill>
              <a:latin typeface="Trebuchet MS"/>
              <a:ea typeface="Trebuchet MS"/>
              <a:cs typeface="Trebuchet MS"/>
              <a:sym typeface="Trebuchet MS"/>
            </a:endParaRPr>
          </a:p>
        </p:txBody>
      </p:sp>
      <p:sp>
        <p:nvSpPr>
          <p:cNvPr id="254" name="Google Shape;254;p30"/>
          <p:cNvSpPr txBox="1"/>
          <p:nvPr>
            <p:ph idx="4294967295" type="ctrTitle"/>
          </p:nvPr>
        </p:nvSpPr>
        <p:spPr>
          <a:xfrm>
            <a:off x="870000" y="2345975"/>
            <a:ext cx="1375200" cy="974100"/>
          </a:xfrm>
          <a:prstGeom prst="rect">
            <a:avLst/>
          </a:prstGeom>
          <a:noFill/>
          <a:ln>
            <a:noFill/>
          </a:ln>
        </p:spPr>
        <p:txBody>
          <a:bodyPr anchorCtr="0" anchor="ctr" bIns="87175" lIns="87175" spcFirstLastPara="1" rIns="87175" wrap="square" tIns="87175">
            <a:noAutofit/>
          </a:bodyPr>
          <a:lstStyle/>
          <a:p>
            <a:pPr indent="0" lvl="0" marL="0" marR="0" rtl="0" algn="l">
              <a:lnSpc>
                <a:spcPct val="80000"/>
              </a:lnSpc>
              <a:spcBef>
                <a:spcPts val="0"/>
              </a:spcBef>
              <a:spcAft>
                <a:spcPts val="0"/>
              </a:spcAft>
              <a:buClr>
                <a:srgbClr val="000000"/>
              </a:buClr>
              <a:buSzPts val="990"/>
              <a:buFont typeface="Arial"/>
              <a:buNone/>
            </a:pPr>
            <a:r>
              <a:rPr b="1" lang="en" sz="1887">
                <a:latin typeface="Chakra Petch"/>
                <a:ea typeface="Chakra Petch"/>
                <a:cs typeface="Chakra Petch"/>
                <a:sym typeface="Chakra Petch"/>
              </a:rPr>
              <a:t>Team Movement Patterns</a:t>
            </a:r>
            <a:endParaRPr b="1" i="0" sz="1887" u="none" cap="none" strike="noStrike">
              <a:solidFill>
                <a:schemeClr val="dk1"/>
              </a:solidFill>
              <a:latin typeface="Chakra Petch"/>
              <a:ea typeface="Chakra Petch"/>
              <a:cs typeface="Chakra Petch"/>
              <a:sym typeface="Chakra Petch"/>
            </a:endParaRPr>
          </a:p>
        </p:txBody>
      </p:sp>
      <p:sp>
        <p:nvSpPr>
          <p:cNvPr id="255" name="Google Shape;255;p30"/>
          <p:cNvSpPr txBox="1"/>
          <p:nvPr>
            <p:ph idx="4294967295" type="ctrTitle"/>
          </p:nvPr>
        </p:nvSpPr>
        <p:spPr>
          <a:xfrm>
            <a:off x="870000" y="3758875"/>
            <a:ext cx="1494900" cy="974100"/>
          </a:xfrm>
          <a:prstGeom prst="rect">
            <a:avLst/>
          </a:prstGeom>
          <a:noFill/>
          <a:ln>
            <a:noFill/>
          </a:ln>
        </p:spPr>
        <p:txBody>
          <a:bodyPr anchorCtr="0" anchor="ctr" bIns="87175" lIns="87175" spcFirstLastPara="1" rIns="87175" wrap="square" tIns="87175">
            <a:noAutofit/>
          </a:bodyPr>
          <a:lstStyle/>
          <a:p>
            <a:pPr indent="0" lvl="0" marL="0" marR="0" rtl="0" algn="l">
              <a:lnSpc>
                <a:spcPct val="80000"/>
              </a:lnSpc>
              <a:spcBef>
                <a:spcPts val="0"/>
              </a:spcBef>
              <a:spcAft>
                <a:spcPts val="0"/>
              </a:spcAft>
              <a:buClr>
                <a:srgbClr val="000000"/>
              </a:buClr>
              <a:buSzPts val="990"/>
              <a:buFont typeface="Arial"/>
              <a:buNone/>
            </a:pPr>
            <a:r>
              <a:rPr b="1" lang="en" sz="1650">
                <a:latin typeface="Chakra Petch"/>
                <a:ea typeface="Chakra Petch"/>
                <a:cs typeface="Chakra Petch"/>
                <a:sym typeface="Chakra Petch"/>
              </a:rPr>
              <a:t>Applied to performance</a:t>
            </a:r>
            <a:endParaRPr b="1" i="0" sz="1650" u="none" cap="none" strike="noStrike">
              <a:solidFill>
                <a:schemeClr val="dk1"/>
              </a:solidFill>
              <a:latin typeface="Chakra Petch"/>
              <a:ea typeface="Chakra Petch"/>
              <a:cs typeface="Chakra Petch"/>
              <a:sym typeface="Chakra Petch"/>
            </a:endParaRPr>
          </a:p>
        </p:txBody>
      </p:sp>
      <p:sp>
        <p:nvSpPr>
          <p:cNvPr id="256" name="Google Shape;256;p30"/>
          <p:cNvSpPr txBox="1"/>
          <p:nvPr>
            <p:ph idx="4294967295" type="ctrTitle"/>
          </p:nvPr>
        </p:nvSpPr>
        <p:spPr>
          <a:xfrm>
            <a:off x="171825" y="804050"/>
            <a:ext cx="710400" cy="1229100"/>
          </a:xfrm>
          <a:prstGeom prst="rect">
            <a:avLst/>
          </a:prstGeom>
          <a:noFill/>
          <a:ln>
            <a:noFill/>
          </a:ln>
          <a:effectLst>
            <a:outerShdw blurRad="142875" rotWithShape="0" algn="bl">
              <a:schemeClr val="dk1"/>
            </a:outerShdw>
          </a:effectLst>
        </p:spPr>
        <p:txBody>
          <a:bodyPr anchorCtr="0" anchor="ctr" bIns="0" lIns="0" spcFirstLastPara="1" rIns="0" wrap="square" tIns="36000">
            <a:noAutofit/>
          </a:bodyPr>
          <a:lstStyle/>
          <a:p>
            <a:pPr indent="0" lvl="0" marL="0" marR="0" rtl="0" algn="ctr">
              <a:lnSpc>
                <a:spcPct val="80000"/>
              </a:lnSpc>
              <a:spcBef>
                <a:spcPts val="0"/>
              </a:spcBef>
              <a:spcAft>
                <a:spcPts val="0"/>
              </a:spcAft>
              <a:buClr>
                <a:srgbClr val="000000"/>
              </a:buClr>
              <a:buSzPts val="990"/>
              <a:buFont typeface="Arial"/>
              <a:buNone/>
            </a:pPr>
            <a:r>
              <a:rPr b="1" i="1" lang="en" sz="7000" u="none" cap="none" strike="noStrike">
                <a:solidFill>
                  <a:schemeClr val="lt1"/>
                </a:solidFill>
                <a:latin typeface="Chakra Petch"/>
                <a:ea typeface="Chakra Petch"/>
                <a:cs typeface="Chakra Petch"/>
                <a:sym typeface="Chakra Petch"/>
              </a:rPr>
              <a:t>1</a:t>
            </a:r>
            <a:endParaRPr b="1" i="1" sz="7000" u="none" cap="none" strike="noStrike">
              <a:solidFill>
                <a:schemeClr val="lt1"/>
              </a:solidFill>
              <a:latin typeface="Chakra Petch"/>
              <a:ea typeface="Chakra Petch"/>
              <a:cs typeface="Chakra Petch"/>
              <a:sym typeface="Chakra Petch"/>
            </a:endParaRPr>
          </a:p>
        </p:txBody>
      </p:sp>
      <p:sp>
        <p:nvSpPr>
          <p:cNvPr id="257" name="Google Shape;257;p30"/>
          <p:cNvSpPr txBox="1"/>
          <p:nvPr>
            <p:ph idx="4294967295" type="ctrTitle"/>
          </p:nvPr>
        </p:nvSpPr>
        <p:spPr>
          <a:xfrm>
            <a:off x="171825" y="2216550"/>
            <a:ext cx="710400" cy="1229100"/>
          </a:xfrm>
          <a:prstGeom prst="rect">
            <a:avLst/>
          </a:prstGeom>
          <a:noFill/>
          <a:ln>
            <a:noFill/>
          </a:ln>
          <a:effectLst>
            <a:outerShdw blurRad="142875" rotWithShape="0" algn="bl">
              <a:schemeClr val="dk1"/>
            </a:outerShdw>
          </a:effectLst>
        </p:spPr>
        <p:txBody>
          <a:bodyPr anchorCtr="0" anchor="ctr" bIns="0" lIns="0" spcFirstLastPara="1" rIns="0" wrap="square" tIns="36000">
            <a:noAutofit/>
          </a:bodyPr>
          <a:lstStyle/>
          <a:p>
            <a:pPr indent="0" lvl="0" marL="0" marR="0" rtl="0" algn="ctr">
              <a:lnSpc>
                <a:spcPct val="80000"/>
              </a:lnSpc>
              <a:spcBef>
                <a:spcPts val="0"/>
              </a:spcBef>
              <a:spcAft>
                <a:spcPts val="0"/>
              </a:spcAft>
              <a:buClr>
                <a:srgbClr val="000000"/>
              </a:buClr>
              <a:buSzPts val="990"/>
              <a:buFont typeface="Arial"/>
              <a:buNone/>
            </a:pPr>
            <a:r>
              <a:rPr b="1" i="1" lang="en" sz="7000" u="none" cap="none" strike="noStrike">
                <a:solidFill>
                  <a:schemeClr val="lt1"/>
                </a:solidFill>
                <a:latin typeface="Chakra Petch"/>
                <a:ea typeface="Chakra Petch"/>
                <a:cs typeface="Chakra Petch"/>
                <a:sym typeface="Chakra Petch"/>
              </a:rPr>
              <a:t>2</a:t>
            </a:r>
            <a:endParaRPr b="1" i="1" sz="7000" u="none" cap="none" strike="noStrike">
              <a:solidFill>
                <a:schemeClr val="lt1"/>
              </a:solidFill>
              <a:latin typeface="Chakra Petch"/>
              <a:ea typeface="Chakra Petch"/>
              <a:cs typeface="Chakra Petch"/>
              <a:sym typeface="Chakra Petch"/>
            </a:endParaRPr>
          </a:p>
        </p:txBody>
      </p:sp>
      <p:sp>
        <p:nvSpPr>
          <p:cNvPr id="258" name="Google Shape;258;p30"/>
          <p:cNvSpPr txBox="1"/>
          <p:nvPr>
            <p:ph idx="4294967295" type="ctrTitle"/>
          </p:nvPr>
        </p:nvSpPr>
        <p:spPr>
          <a:xfrm>
            <a:off x="171825" y="3628350"/>
            <a:ext cx="710400" cy="1229100"/>
          </a:xfrm>
          <a:prstGeom prst="rect">
            <a:avLst/>
          </a:prstGeom>
          <a:noFill/>
          <a:ln>
            <a:noFill/>
          </a:ln>
          <a:effectLst>
            <a:outerShdw blurRad="142875" rotWithShape="0" algn="bl">
              <a:schemeClr val="dk1"/>
            </a:outerShdw>
          </a:effectLst>
        </p:spPr>
        <p:txBody>
          <a:bodyPr anchorCtr="0" anchor="ctr" bIns="0" lIns="0" spcFirstLastPara="1" rIns="0" wrap="square" tIns="36000">
            <a:noAutofit/>
          </a:bodyPr>
          <a:lstStyle/>
          <a:p>
            <a:pPr indent="0" lvl="0" marL="0" marR="0" rtl="0" algn="ctr">
              <a:lnSpc>
                <a:spcPct val="80000"/>
              </a:lnSpc>
              <a:spcBef>
                <a:spcPts val="0"/>
              </a:spcBef>
              <a:spcAft>
                <a:spcPts val="0"/>
              </a:spcAft>
              <a:buClr>
                <a:srgbClr val="000000"/>
              </a:buClr>
              <a:buSzPts val="990"/>
              <a:buFont typeface="Arial"/>
              <a:buNone/>
            </a:pPr>
            <a:r>
              <a:rPr b="1" i="1" lang="en" sz="7000" u="none" cap="none" strike="noStrike">
                <a:solidFill>
                  <a:schemeClr val="lt1"/>
                </a:solidFill>
                <a:latin typeface="Chakra Petch"/>
                <a:ea typeface="Chakra Petch"/>
                <a:cs typeface="Chakra Petch"/>
                <a:sym typeface="Chakra Petch"/>
              </a:rPr>
              <a:t>3</a:t>
            </a:r>
            <a:endParaRPr b="1" i="1" sz="7000" u="none" cap="none" strike="noStrike">
              <a:solidFill>
                <a:schemeClr val="lt1"/>
              </a:solidFill>
              <a:latin typeface="Chakra Petch"/>
              <a:ea typeface="Chakra Petch"/>
              <a:cs typeface="Chakra Petch"/>
              <a:sym typeface="Chakra Petch"/>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2" name="Shape 262"/>
        <p:cNvGrpSpPr/>
        <p:nvPr/>
      </p:nvGrpSpPr>
      <p:grpSpPr>
        <a:xfrm>
          <a:off x="0" y="0"/>
          <a:ext cx="0" cy="0"/>
          <a:chOff x="0" y="0"/>
          <a:chExt cx="0" cy="0"/>
        </a:xfrm>
      </p:grpSpPr>
      <p:pic>
        <p:nvPicPr>
          <p:cNvPr id="263" name="Google Shape;263;p31" title="line blanche.png"/>
          <p:cNvPicPr preferRelativeResize="0"/>
          <p:nvPr/>
        </p:nvPicPr>
        <p:blipFill rotWithShape="1">
          <a:blip r:embed="rId4">
            <a:alphaModFix/>
          </a:blip>
          <a:srcRect b="0" l="0" r="0" t="0"/>
          <a:stretch/>
        </p:blipFill>
        <p:spPr>
          <a:xfrm>
            <a:off x="419453" y="289299"/>
            <a:ext cx="8450760" cy="573550"/>
          </a:xfrm>
          <a:prstGeom prst="rect">
            <a:avLst/>
          </a:prstGeom>
          <a:noFill/>
          <a:ln>
            <a:noFill/>
          </a:ln>
        </p:spPr>
      </p:pic>
      <p:sp>
        <p:nvSpPr>
          <p:cNvPr id="264" name="Google Shape;264;p31"/>
          <p:cNvSpPr txBox="1"/>
          <p:nvPr>
            <p:ph idx="4294967295" type="ctrTitle"/>
          </p:nvPr>
        </p:nvSpPr>
        <p:spPr>
          <a:xfrm>
            <a:off x="298175" y="75300"/>
            <a:ext cx="4135800" cy="522600"/>
          </a:xfrm>
          <a:prstGeom prst="rect">
            <a:avLst/>
          </a:prstGeom>
          <a:solidFill>
            <a:srgbClr val="25252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800"/>
              <a:buFont typeface="Arial"/>
              <a:buNone/>
            </a:pPr>
            <a:r>
              <a:rPr b="1" lang="en" sz="2300">
                <a:solidFill>
                  <a:schemeClr val="lt1"/>
                </a:solidFill>
                <a:latin typeface="Chakra Petch"/>
                <a:ea typeface="Chakra Petch"/>
                <a:cs typeface="Chakra Petch"/>
                <a:sym typeface="Chakra Petch"/>
              </a:rPr>
              <a:t>Limitations and Next Steps</a:t>
            </a:r>
            <a:endParaRPr b="1" i="0" sz="2300" u="none" cap="none" strike="noStrike">
              <a:solidFill>
                <a:schemeClr val="lt1"/>
              </a:solidFill>
              <a:latin typeface="Chakra Petch"/>
              <a:ea typeface="Chakra Petch"/>
              <a:cs typeface="Chakra Petch"/>
              <a:sym typeface="Chakra Petch"/>
            </a:endParaRPr>
          </a:p>
        </p:txBody>
      </p:sp>
      <p:sp>
        <p:nvSpPr>
          <p:cNvPr id="265" name="Google Shape;265;p31"/>
          <p:cNvSpPr/>
          <p:nvPr/>
        </p:nvSpPr>
        <p:spPr>
          <a:xfrm>
            <a:off x="298150" y="656900"/>
            <a:ext cx="8572200" cy="4204500"/>
          </a:xfrm>
          <a:prstGeom prst="snip2DiagRect">
            <a:avLst>
              <a:gd fmla="val 0" name="adj1"/>
              <a:gd fmla="val 7314" name="adj2"/>
            </a:avLst>
          </a:prstGeom>
          <a:solidFill>
            <a:srgbClr val="32FE6B">
              <a:alpha val="11760"/>
            </a:srgbClr>
          </a:solidFill>
          <a:ln cap="flat" cmpd="sng" w="9525">
            <a:solidFill>
              <a:srgbClr val="32FE6B"/>
            </a:solidFill>
            <a:prstDash val="solid"/>
            <a:round/>
            <a:headEnd len="sm" w="sm" type="none"/>
            <a:tailEnd len="sm" w="sm" type="none"/>
          </a:ln>
          <a:effectLst>
            <a:outerShdw blurRad="285752" rotWithShape="0" algn="ctr" dist="9525">
              <a:srgbClr val="32FE6B"/>
            </a:outerShdw>
          </a:effectLst>
        </p:spPr>
        <p:txBody>
          <a:bodyPr anchorCtr="0" anchor="ctr" bIns="32700" lIns="65350" spcFirstLastPara="1" rIns="65350" wrap="square" tIns="32700">
            <a:noAutofit/>
          </a:bodyPr>
          <a:lstStyle/>
          <a:p>
            <a:pPr indent="0" lvl="0" marL="0" marR="0" rtl="0" algn="ctr">
              <a:lnSpc>
                <a:spcPct val="100000"/>
              </a:lnSpc>
              <a:spcBef>
                <a:spcPts val="0"/>
              </a:spcBef>
              <a:spcAft>
                <a:spcPts val="0"/>
              </a:spcAft>
              <a:buClr>
                <a:srgbClr val="000000"/>
              </a:buClr>
              <a:buSzPts val="1430"/>
              <a:buFont typeface="Arial"/>
              <a:buNone/>
            </a:pPr>
            <a:r>
              <a:t/>
            </a:r>
            <a:endParaRPr b="1" i="0" sz="1430" u="none" cap="none" strike="noStrike">
              <a:solidFill>
                <a:schemeClr val="lt1"/>
              </a:solidFill>
              <a:latin typeface="Chakra Petch SemiBold"/>
              <a:ea typeface="Chakra Petch SemiBold"/>
              <a:cs typeface="Chakra Petch SemiBold"/>
              <a:sym typeface="Chakra Petch SemiBold"/>
            </a:endParaRPr>
          </a:p>
        </p:txBody>
      </p:sp>
      <p:sp>
        <p:nvSpPr>
          <p:cNvPr id="266" name="Google Shape;266;p31"/>
          <p:cNvSpPr/>
          <p:nvPr/>
        </p:nvSpPr>
        <p:spPr>
          <a:xfrm>
            <a:off x="4689650" y="862900"/>
            <a:ext cx="3959700" cy="3855600"/>
          </a:xfrm>
          <a:prstGeom prst="snip2DiagRect">
            <a:avLst>
              <a:gd fmla="val 0" name="adj1"/>
              <a:gd fmla="val 5971" name="adj2"/>
            </a:avLst>
          </a:prstGeom>
          <a:solidFill>
            <a:srgbClr val="FFFFFF">
              <a:alpha val="11760"/>
            </a:srgbClr>
          </a:solidFill>
          <a:ln cap="flat" cmpd="sng" w="9525">
            <a:solidFill>
              <a:schemeClr val="lt1"/>
            </a:solidFill>
            <a:prstDash val="solid"/>
            <a:round/>
            <a:headEnd len="sm" w="sm" type="none"/>
            <a:tailEnd len="sm" w="sm" type="none"/>
          </a:ln>
          <a:effectLst>
            <a:outerShdw blurRad="285752" rotWithShape="0" algn="ctr" dist="9525">
              <a:schemeClr val="lt1"/>
            </a:outerShdw>
          </a:effectLst>
        </p:spPr>
        <p:txBody>
          <a:bodyPr anchorCtr="0" anchor="ctr" bIns="32700" lIns="65350" spcFirstLastPara="1" rIns="65350" wrap="square" tIns="32700">
            <a:noAutofit/>
          </a:bodyPr>
          <a:lstStyle/>
          <a:p>
            <a:pPr indent="0" lvl="0" marL="0" marR="0" rtl="0" algn="ctr">
              <a:lnSpc>
                <a:spcPct val="100000"/>
              </a:lnSpc>
              <a:spcBef>
                <a:spcPts val="0"/>
              </a:spcBef>
              <a:spcAft>
                <a:spcPts val="0"/>
              </a:spcAft>
              <a:buClr>
                <a:srgbClr val="000000"/>
              </a:buClr>
              <a:buSzPts val="1430"/>
              <a:buFont typeface="Arial"/>
              <a:buNone/>
            </a:pPr>
            <a:r>
              <a:t/>
            </a:r>
            <a:endParaRPr b="1" i="0" sz="1430" u="none" cap="none" strike="noStrike">
              <a:solidFill>
                <a:schemeClr val="lt1"/>
              </a:solidFill>
              <a:latin typeface="Chakra Petch SemiBold"/>
              <a:ea typeface="Chakra Petch SemiBold"/>
              <a:cs typeface="Chakra Petch SemiBold"/>
              <a:sym typeface="Chakra Petch SemiBold"/>
            </a:endParaRPr>
          </a:p>
        </p:txBody>
      </p:sp>
      <p:sp>
        <p:nvSpPr>
          <p:cNvPr id="267" name="Google Shape;267;p31"/>
          <p:cNvSpPr/>
          <p:nvPr/>
        </p:nvSpPr>
        <p:spPr>
          <a:xfrm>
            <a:off x="519075" y="862850"/>
            <a:ext cx="3959700" cy="3855600"/>
          </a:xfrm>
          <a:prstGeom prst="snip2DiagRect">
            <a:avLst>
              <a:gd fmla="val 0" name="adj1"/>
              <a:gd fmla="val 5971" name="adj2"/>
            </a:avLst>
          </a:prstGeom>
          <a:solidFill>
            <a:srgbClr val="FFFFFF">
              <a:alpha val="11760"/>
            </a:srgbClr>
          </a:solidFill>
          <a:ln cap="flat" cmpd="sng" w="9525">
            <a:solidFill>
              <a:schemeClr val="lt1"/>
            </a:solidFill>
            <a:prstDash val="solid"/>
            <a:round/>
            <a:headEnd len="sm" w="sm" type="none"/>
            <a:tailEnd len="sm" w="sm" type="none"/>
          </a:ln>
          <a:effectLst>
            <a:outerShdw blurRad="285752" rotWithShape="0" algn="ctr" dist="9525">
              <a:schemeClr val="lt1"/>
            </a:outerShdw>
          </a:effectLst>
        </p:spPr>
        <p:txBody>
          <a:bodyPr anchorCtr="0" anchor="ctr" bIns="32700" lIns="65350" spcFirstLastPara="1" rIns="65350" wrap="square" tIns="32700">
            <a:noAutofit/>
          </a:bodyPr>
          <a:lstStyle/>
          <a:p>
            <a:pPr indent="0" lvl="0" marL="0" marR="0" rtl="0" algn="ctr">
              <a:lnSpc>
                <a:spcPct val="100000"/>
              </a:lnSpc>
              <a:spcBef>
                <a:spcPts val="0"/>
              </a:spcBef>
              <a:spcAft>
                <a:spcPts val="0"/>
              </a:spcAft>
              <a:buClr>
                <a:srgbClr val="000000"/>
              </a:buClr>
              <a:buSzPts val="1430"/>
              <a:buFont typeface="Arial"/>
              <a:buNone/>
            </a:pPr>
            <a:r>
              <a:t/>
            </a:r>
            <a:endParaRPr b="1" i="0" sz="1430" u="none" cap="none" strike="noStrike">
              <a:solidFill>
                <a:schemeClr val="lt1"/>
              </a:solidFill>
              <a:latin typeface="Chakra Petch SemiBold"/>
              <a:ea typeface="Chakra Petch SemiBold"/>
              <a:cs typeface="Chakra Petch SemiBold"/>
              <a:sym typeface="Chakra Petch SemiBold"/>
            </a:endParaRPr>
          </a:p>
        </p:txBody>
      </p:sp>
      <p:sp>
        <p:nvSpPr>
          <p:cNvPr id="268" name="Google Shape;268;p31"/>
          <p:cNvSpPr/>
          <p:nvPr/>
        </p:nvSpPr>
        <p:spPr>
          <a:xfrm>
            <a:off x="4937378" y="731720"/>
            <a:ext cx="1622100" cy="294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lang="en" sz="1600">
                <a:solidFill>
                  <a:schemeClr val="dk1"/>
                </a:solidFill>
                <a:latin typeface="Chakra Petch"/>
                <a:ea typeface="Chakra Petch"/>
                <a:cs typeface="Chakra Petch"/>
                <a:sym typeface="Chakra Petch"/>
              </a:rPr>
              <a:t>Next Steps</a:t>
            </a:r>
            <a:endParaRPr b="1" i="0" sz="1600" u="none" cap="none" strike="noStrike">
              <a:solidFill>
                <a:srgbClr val="000000"/>
              </a:solidFill>
              <a:latin typeface="Chakra Petch"/>
              <a:ea typeface="Chakra Petch"/>
              <a:cs typeface="Chakra Petch"/>
              <a:sym typeface="Chakra Petch"/>
            </a:endParaRPr>
          </a:p>
        </p:txBody>
      </p:sp>
      <p:sp>
        <p:nvSpPr>
          <p:cNvPr id="269" name="Google Shape;269;p31"/>
          <p:cNvSpPr txBox="1"/>
          <p:nvPr/>
        </p:nvSpPr>
        <p:spPr>
          <a:xfrm>
            <a:off x="712075" y="1164200"/>
            <a:ext cx="3721800" cy="3554400"/>
          </a:xfrm>
          <a:prstGeom prst="rect">
            <a:avLst/>
          </a:prstGeom>
          <a:noFill/>
          <a:ln>
            <a:noFill/>
          </a:ln>
        </p:spPr>
        <p:txBody>
          <a:bodyPr anchorCtr="0" anchor="ctr" bIns="0" lIns="0" spcFirstLastPara="1" rIns="0" wrap="square" tIns="0">
            <a:noAutofit/>
          </a:bodyPr>
          <a:lstStyle/>
          <a:p>
            <a:pPr indent="-355600" lvl="0" marL="457200" rtl="0" algn="l">
              <a:spcBef>
                <a:spcPts val="0"/>
              </a:spcBef>
              <a:spcAft>
                <a:spcPts val="0"/>
              </a:spcAft>
              <a:buClr>
                <a:schemeClr val="lt1"/>
              </a:buClr>
              <a:buSzPts val="2000"/>
              <a:buFont typeface="Trebuchet MS"/>
              <a:buChar char="●"/>
            </a:pPr>
            <a:r>
              <a:rPr lang="en" sz="2000">
                <a:solidFill>
                  <a:schemeClr val="lt1"/>
                </a:solidFill>
                <a:latin typeface="Trebuchet MS"/>
                <a:ea typeface="Trebuchet MS"/>
                <a:cs typeface="Trebuchet MS"/>
                <a:sym typeface="Trebuchet MS"/>
              </a:rPr>
              <a:t>Interactions were not incorporated into statistical models due to low sample sizes</a:t>
            </a:r>
            <a:endParaRPr sz="2000">
              <a:solidFill>
                <a:schemeClr val="lt1"/>
              </a:solidFill>
              <a:latin typeface="Trebuchet MS"/>
              <a:ea typeface="Trebuchet MS"/>
              <a:cs typeface="Trebuchet MS"/>
              <a:sym typeface="Trebuchet MS"/>
            </a:endParaRPr>
          </a:p>
          <a:p>
            <a:pPr indent="-355600" lvl="0" marL="457200" rtl="0" algn="l">
              <a:spcBef>
                <a:spcPts val="1000"/>
              </a:spcBef>
              <a:spcAft>
                <a:spcPts val="0"/>
              </a:spcAft>
              <a:buClr>
                <a:schemeClr val="lt1"/>
              </a:buClr>
              <a:buSzPts val="2000"/>
              <a:buFont typeface="Trebuchet MS"/>
              <a:buChar char="●"/>
            </a:pPr>
            <a:r>
              <a:rPr lang="en" sz="2000">
                <a:solidFill>
                  <a:schemeClr val="lt1"/>
                </a:solidFill>
                <a:latin typeface="Trebuchet MS"/>
                <a:ea typeface="Trebuchet MS"/>
                <a:cs typeface="Trebuchet MS"/>
                <a:sym typeface="Trebuchet MS"/>
              </a:rPr>
              <a:t>Situational context of dribbles not considered</a:t>
            </a:r>
            <a:endParaRPr sz="2000">
              <a:solidFill>
                <a:schemeClr val="lt1"/>
              </a:solidFill>
              <a:latin typeface="Trebuchet MS"/>
              <a:ea typeface="Trebuchet MS"/>
              <a:cs typeface="Trebuchet MS"/>
              <a:sym typeface="Trebuchet MS"/>
            </a:endParaRPr>
          </a:p>
          <a:p>
            <a:pPr indent="-355600" lvl="0" marL="457200" rtl="0" algn="l">
              <a:spcBef>
                <a:spcPts val="1000"/>
              </a:spcBef>
              <a:spcAft>
                <a:spcPts val="0"/>
              </a:spcAft>
              <a:buClr>
                <a:schemeClr val="lt1"/>
              </a:buClr>
              <a:buSzPts val="2000"/>
              <a:buFont typeface="Trebuchet MS"/>
              <a:buChar char="●"/>
            </a:pPr>
            <a:r>
              <a:rPr lang="en" sz="2000">
                <a:solidFill>
                  <a:schemeClr val="lt1"/>
                </a:solidFill>
                <a:latin typeface="Trebuchet MS"/>
                <a:ea typeface="Trebuchet MS"/>
                <a:cs typeface="Trebuchet MS"/>
                <a:sym typeface="Trebuchet MS"/>
              </a:rPr>
              <a:t>Other variables that may be important not included</a:t>
            </a:r>
            <a:endParaRPr sz="2000">
              <a:solidFill>
                <a:schemeClr val="lt1"/>
              </a:solidFill>
              <a:latin typeface="Trebuchet MS"/>
              <a:ea typeface="Trebuchet MS"/>
              <a:cs typeface="Trebuchet MS"/>
              <a:sym typeface="Trebuchet MS"/>
            </a:endParaRPr>
          </a:p>
          <a:p>
            <a:pPr indent="0" lvl="0" marL="0" marR="0" rtl="0" algn="l">
              <a:lnSpc>
                <a:spcPct val="100000"/>
              </a:lnSpc>
              <a:spcBef>
                <a:spcPts val="1000"/>
              </a:spcBef>
              <a:spcAft>
                <a:spcPts val="1000"/>
              </a:spcAft>
              <a:buNone/>
            </a:pPr>
            <a:r>
              <a:t/>
            </a:r>
            <a:endParaRPr sz="2000">
              <a:solidFill>
                <a:schemeClr val="lt1"/>
              </a:solidFill>
              <a:latin typeface="Trebuchet MS"/>
              <a:ea typeface="Trebuchet MS"/>
              <a:cs typeface="Trebuchet MS"/>
              <a:sym typeface="Trebuchet MS"/>
            </a:endParaRPr>
          </a:p>
        </p:txBody>
      </p:sp>
      <p:sp>
        <p:nvSpPr>
          <p:cNvPr id="270" name="Google Shape;270;p31"/>
          <p:cNvSpPr txBox="1"/>
          <p:nvPr/>
        </p:nvSpPr>
        <p:spPr>
          <a:xfrm>
            <a:off x="4937375" y="1177450"/>
            <a:ext cx="3654600" cy="3554400"/>
          </a:xfrm>
          <a:prstGeom prst="rect">
            <a:avLst/>
          </a:prstGeom>
          <a:noFill/>
          <a:ln>
            <a:noFill/>
          </a:ln>
        </p:spPr>
        <p:txBody>
          <a:bodyPr anchorCtr="0" anchor="ctr" bIns="0" lIns="0" spcFirstLastPara="1" rIns="0" wrap="square" tIns="0">
            <a:noAutofit/>
          </a:bodyPr>
          <a:lstStyle/>
          <a:p>
            <a:pPr indent="-222274" lvl="0" marL="179999" rtl="0" algn="l">
              <a:spcBef>
                <a:spcPts val="0"/>
              </a:spcBef>
              <a:spcAft>
                <a:spcPts val="0"/>
              </a:spcAft>
              <a:buClr>
                <a:schemeClr val="lt1"/>
              </a:buClr>
              <a:buSzPts val="2000"/>
              <a:buFont typeface="Barlow"/>
              <a:buChar char="●"/>
            </a:pPr>
            <a:r>
              <a:rPr lang="en" sz="2000">
                <a:solidFill>
                  <a:schemeClr val="lt1"/>
                </a:solidFill>
                <a:latin typeface="Trebuchet MS"/>
                <a:ea typeface="Trebuchet MS"/>
                <a:cs typeface="Trebuchet MS"/>
                <a:sym typeface="Trebuchet MS"/>
              </a:rPr>
              <a:t>Build additional models to account for more factors</a:t>
            </a:r>
            <a:endParaRPr sz="2000">
              <a:solidFill>
                <a:schemeClr val="lt1"/>
              </a:solidFill>
              <a:latin typeface="Trebuchet MS"/>
              <a:ea typeface="Trebuchet MS"/>
              <a:cs typeface="Trebuchet MS"/>
              <a:sym typeface="Trebuchet MS"/>
            </a:endParaRPr>
          </a:p>
          <a:p>
            <a:pPr indent="-222274" lvl="0" marL="179999" rtl="0" algn="l">
              <a:spcBef>
                <a:spcPts val="1000"/>
              </a:spcBef>
              <a:spcAft>
                <a:spcPts val="0"/>
              </a:spcAft>
              <a:buClr>
                <a:schemeClr val="lt1"/>
              </a:buClr>
              <a:buSzPts val="2000"/>
              <a:buFont typeface="Barlow"/>
              <a:buChar char="●"/>
            </a:pPr>
            <a:r>
              <a:rPr lang="en" sz="2000">
                <a:solidFill>
                  <a:schemeClr val="lt1"/>
                </a:solidFill>
                <a:latin typeface="Trebuchet MS"/>
                <a:ea typeface="Trebuchet MS"/>
                <a:cs typeface="Trebuchet MS"/>
                <a:sym typeface="Trebuchet MS"/>
              </a:rPr>
              <a:t>Different types of data can be used to give a more complete analysis</a:t>
            </a:r>
            <a:endParaRPr sz="2000">
              <a:solidFill>
                <a:schemeClr val="lt1"/>
              </a:solidFill>
              <a:latin typeface="Trebuchet MS"/>
              <a:ea typeface="Trebuchet MS"/>
              <a:cs typeface="Trebuchet MS"/>
              <a:sym typeface="Trebuchet MS"/>
            </a:endParaRPr>
          </a:p>
          <a:p>
            <a:pPr indent="-222274" lvl="0" marL="179999" rtl="0" algn="l">
              <a:spcBef>
                <a:spcPts val="1000"/>
              </a:spcBef>
              <a:spcAft>
                <a:spcPts val="0"/>
              </a:spcAft>
              <a:buClr>
                <a:schemeClr val="lt1"/>
              </a:buClr>
              <a:buSzPts val="2000"/>
              <a:buFont typeface="Trebuchet MS"/>
              <a:buChar char="●"/>
            </a:pPr>
            <a:r>
              <a:rPr lang="en" sz="2000">
                <a:solidFill>
                  <a:schemeClr val="lt1"/>
                </a:solidFill>
                <a:latin typeface="Trebuchet MS"/>
                <a:ea typeface="Trebuchet MS"/>
                <a:cs typeface="Trebuchet MS"/>
                <a:sym typeface="Trebuchet MS"/>
              </a:rPr>
              <a:t>Categorize dribbles into different situations</a:t>
            </a:r>
            <a:endParaRPr sz="2000">
              <a:solidFill>
                <a:schemeClr val="lt1"/>
              </a:solidFill>
              <a:latin typeface="Trebuchet MS"/>
              <a:ea typeface="Trebuchet MS"/>
              <a:cs typeface="Trebuchet MS"/>
              <a:sym typeface="Trebuchet MS"/>
            </a:endParaRPr>
          </a:p>
          <a:p>
            <a:pPr indent="-222274" lvl="0" marL="179999" rtl="0" algn="l">
              <a:spcBef>
                <a:spcPts val="1000"/>
              </a:spcBef>
              <a:spcAft>
                <a:spcPts val="0"/>
              </a:spcAft>
              <a:buClr>
                <a:schemeClr val="lt1"/>
              </a:buClr>
              <a:buSzPts val="2000"/>
              <a:buFont typeface="Trebuchet MS"/>
              <a:buChar char="●"/>
            </a:pPr>
            <a:r>
              <a:rPr lang="en" sz="2000">
                <a:solidFill>
                  <a:schemeClr val="lt1"/>
                </a:solidFill>
                <a:latin typeface="Trebuchet MS"/>
                <a:ea typeface="Trebuchet MS"/>
                <a:cs typeface="Trebuchet MS"/>
                <a:sym typeface="Trebuchet MS"/>
              </a:rPr>
              <a:t>Incorporate findings into trainings</a:t>
            </a:r>
            <a:endParaRPr sz="2000">
              <a:solidFill>
                <a:schemeClr val="lt1"/>
              </a:solidFill>
              <a:latin typeface="Trebuchet MS"/>
              <a:ea typeface="Trebuchet MS"/>
              <a:cs typeface="Trebuchet MS"/>
              <a:sym typeface="Trebuchet MS"/>
            </a:endParaRPr>
          </a:p>
          <a:p>
            <a:pPr indent="0" lvl="0" marL="0" marR="0" rtl="0" algn="l">
              <a:lnSpc>
                <a:spcPct val="100000"/>
              </a:lnSpc>
              <a:spcBef>
                <a:spcPts val="1000"/>
              </a:spcBef>
              <a:spcAft>
                <a:spcPts val="1000"/>
              </a:spcAft>
              <a:buNone/>
            </a:pPr>
            <a:r>
              <a:t/>
            </a:r>
            <a:endParaRPr sz="2000">
              <a:solidFill>
                <a:schemeClr val="lt1"/>
              </a:solidFill>
              <a:latin typeface="Trebuchet MS"/>
              <a:ea typeface="Trebuchet MS"/>
              <a:cs typeface="Trebuchet MS"/>
              <a:sym typeface="Trebuchet MS"/>
            </a:endParaRPr>
          </a:p>
        </p:txBody>
      </p:sp>
      <p:sp>
        <p:nvSpPr>
          <p:cNvPr id="271" name="Google Shape;271;p31"/>
          <p:cNvSpPr/>
          <p:nvPr/>
        </p:nvSpPr>
        <p:spPr>
          <a:xfrm>
            <a:off x="712077" y="733603"/>
            <a:ext cx="1622100" cy="294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lang="en" sz="1600">
                <a:solidFill>
                  <a:schemeClr val="dk1"/>
                </a:solidFill>
                <a:latin typeface="Chakra Petch"/>
                <a:ea typeface="Chakra Petch"/>
                <a:cs typeface="Chakra Petch"/>
                <a:sym typeface="Chakra Petch"/>
              </a:rPr>
              <a:t>Limitations</a:t>
            </a:r>
            <a:endParaRPr b="1" i="0" sz="1600" u="none" cap="none" strike="noStrike">
              <a:solidFill>
                <a:srgbClr val="000000"/>
              </a:solidFill>
              <a:latin typeface="Chakra Petch"/>
              <a:ea typeface="Chakra Petch"/>
              <a:cs typeface="Chakra Petch"/>
              <a:sym typeface="Chakra Petch"/>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6" name="Shape 276"/>
        <p:cNvGrpSpPr/>
        <p:nvPr/>
      </p:nvGrpSpPr>
      <p:grpSpPr>
        <a:xfrm>
          <a:off x="0" y="0"/>
          <a:ext cx="0" cy="0"/>
          <a:chOff x="0" y="0"/>
          <a:chExt cx="0" cy="0"/>
        </a:xfrm>
      </p:grpSpPr>
      <p:grpSp>
        <p:nvGrpSpPr>
          <p:cNvPr id="277" name="Google Shape;277;p32"/>
          <p:cNvGrpSpPr/>
          <p:nvPr/>
        </p:nvGrpSpPr>
        <p:grpSpPr>
          <a:xfrm>
            <a:off x="2" y="-1"/>
            <a:ext cx="9143998" cy="5143503"/>
            <a:chOff x="2" y="-1"/>
            <a:chExt cx="9143998" cy="5143503"/>
          </a:xfrm>
        </p:grpSpPr>
        <p:pic>
          <p:nvPicPr>
            <p:cNvPr descr="A green x in a black background&#10;&#10;AI-generated content may be incorrect." id="278" name="Google Shape;278;p32"/>
            <p:cNvPicPr preferRelativeResize="0"/>
            <p:nvPr/>
          </p:nvPicPr>
          <p:blipFill rotWithShape="1">
            <a:blip r:embed="rId4">
              <a:alphaModFix amt="15000"/>
            </a:blip>
            <a:srcRect b="58696" l="18247" r="0" t="0"/>
            <a:stretch/>
          </p:blipFill>
          <p:spPr>
            <a:xfrm>
              <a:off x="2" y="1513676"/>
              <a:ext cx="7184776" cy="3629826"/>
            </a:xfrm>
            <a:prstGeom prst="rect">
              <a:avLst/>
            </a:prstGeom>
            <a:noFill/>
            <a:ln>
              <a:noFill/>
            </a:ln>
          </p:spPr>
        </p:pic>
        <p:pic>
          <p:nvPicPr>
            <p:cNvPr descr="A green x in a black background&#10;&#10;AI-generated content may be incorrect." id="279" name="Google Shape;279;p32"/>
            <p:cNvPicPr preferRelativeResize="0"/>
            <p:nvPr/>
          </p:nvPicPr>
          <p:blipFill rotWithShape="1">
            <a:blip r:embed="rId4">
              <a:alphaModFix amt="15000"/>
            </a:blip>
            <a:srcRect b="0" l="0" r="18247" t="58696"/>
            <a:stretch/>
          </p:blipFill>
          <p:spPr>
            <a:xfrm>
              <a:off x="1959224" y="-1"/>
              <a:ext cx="7184776" cy="3629826"/>
            </a:xfrm>
            <a:prstGeom prst="rect">
              <a:avLst/>
            </a:prstGeom>
            <a:noFill/>
            <a:ln>
              <a:noFill/>
            </a:ln>
          </p:spPr>
        </p:pic>
        <p:pic>
          <p:nvPicPr>
            <p:cNvPr descr="A green x in a black background&#10;&#10;AI-generated content may be incorrect." id="280" name="Google Shape;280;p32"/>
            <p:cNvPicPr preferRelativeResize="0"/>
            <p:nvPr/>
          </p:nvPicPr>
          <p:blipFill rotWithShape="1">
            <a:blip r:embed="rId4">
              <a:alphaModFix amt="4000"/>
            </a:blip>
            <a:srcRect b="20286" l="0" r="0" t="21182"/>
            <a:stretch/>
          </p:blipFill>
          <p:spPr>
            <a:xfrm>
              <a:off x="164375" y="0"/>
              <a:ext cx="8788076" cy="5143500"/>
            </a:xfrm>
            <a:prstGeom prst="rect">
              <a:avLst/>
            </a:prstGeom>
            <a:noFill/>
            <a:ln>
              <a:noFill/>
            </a:ln>
          </p:spPr>
        </p:pic>
      </p:grpSp>
      <p:pic>
        <p:nvPicPr>
          <p:cNvPr id="281" name="Google Shape;281;p32"/>
          <p:cNvPicPr preferRelativeResize="0"/>
          <p:nvPr/>
        </p:nvPicPr>
        <p:blipFill rotWithShape="1">
          <a:blip r:embed="rId5">
            <a:alphaModFix/>
          </a:blip>
          <a:srcRect b="0" l="0" r="0" t="0"/>
          <a:stretch/>
        </p:blipFill>
        <p:spPr>
          <a:xfrm>
            <a:off x="4034961" y="4734392"/>
            <a:ext cx="1074094" cy="127097"/>
          </a:xfrm>
          <a:prstGeom prst="rect">
            <a:avLst/>
          </a:prstGeom>
          <a:noFill/>
          <a:ln>
            <a:noFill/>
          </a:ln>
        </p:spPr>
      </p:pic>
      <p:sp>
        <p:nvSpPr>
          <p:cNvPr id="282" name="Google Shape;282;p32"/>
          <p:cNvSpPr txBox="1"/>
          <p:nvPr>
            <p:ph idx="4294967295" type="ctrTitle"/>
          </p:nvPr>
        </p:nvSpPr>
        <p:spPr>
          <a:xfrm>
            <a:off x="0" y="-466050"/>
            <a:ext cx="4563300" cy="339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800"/>
              <a:buFont typeface="Arial"/>
              <a:buNone/>
            </a:pPr>
            <a:r>
              <a:rPr b="0" i="0" lang="en" sz="1300" u="none" cap="none" strike="noStrike">
                <a:solidFill>
                  <a:schemeClr val="dk1"/>
                </a:solidFill>
                <a:latin typeface="Chakra Petch"/>
                <a:ea typeface="Chakra Petch"/>
                <a:cs typeface="Chakra Petch"/>
                <a:sym typeface="Chakra Petch"/>
              </a:rPr>
              <a:t>“THANK YOU” -&gt; EDITABLE</a:t>
            </a:r>
            <a:endParaRPr b="0" i="0" sz="1300" u="none" cap="none" strike="noStrike">
              <a:solidFill>
                <a:schemeClr val="dk1"/>
              </a:solidFill>
              <a:latin typeface="Chakra Petch"/>
              <a:ea typeface="Chakra Petch"/>
              <a:cs typeface="Chakra Petch"/>
              <a:sym typeface="Chakra Petch"/>
            </a:endParaRPr>
          </a:p>
        </p:txBody>
      </p:sp>
      <p:sp>
        <p:nvSpPr>
          <p:cNvPr id="283" name="Google Shape;283;p32"/>
          <p:cNvSpPr txBox="1"/>
          <p:nvPr/>
        </p:nvSpPr>
        <p:spPr>
          <a:xfrm>
            <a:off x="915750" y="1890600"/>
            <a:ext cx="7312500" cy="136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2800"/>
              <a:buFont typeface="Arial"/>
              <a:buNone/>
            </a:pPr>
            <a:r>
              <a:rPr b="1" lang="en" sz="2800">
                <a:solidFill>
                  <a:schemeClr val="lt1"/>
                </a:solidFill>
                <a:latin typeface="Chakra Petch"/>
                <a:ea typeface="Chakra Petch"/>
                <a:cs typeface="Chakra Petch"/>
                <a:sym typeface="Chakra Petch"/>
              </a:rPr>
              <a:t>D</a:t>
            </a:r>
            <a:r>
              <a:rPr b="1" lang="en" sz="2800">
                <a:solidFill>
                  <a:schemeClr val="lt1"/>
                </a:solidFill>
                <a:latin typeface="Chakra Petch"/>
                <a:ea typeface="Chakra Petch"/>
                <a:cs typeface="Chakra Petch"/>
                <a:sym typeface="Chakra Petch"/>
              </a:rPr>
              <a:t>ribbling is not just disruptive noise.</a:t>
            </a:r>
            <a:endParaRPr b="1" sz="2800">
              <a:solidFill>
                <a:schemeClr val="lt1"/>
              </a:solidFill>
              <a:latin typeface="Chakra Petch"/>
              <a:ea typeface="Chakra Petch"/>
              <a:cs typeface="Chakra Petch"/>
              <a:sym typeface="Chakra Petch"/>
            </a:endParaRPr>
          </a:p>
          <a:p>
            <a:pPr indent="0" lvl="0" marL="0" marR="0" rtl="0" algn="ctr">
              <a:lnSpc>
                <a:spcPct val="100000"/>
              </a:lnSpc>
              <a:spcBef>
                <a:spcPts val="0"/>
              </a:spcBef>
              <a:spcAft>
                <a:spcPts val="0"/>
              </a:spcAft>
              <a:buClr>
                <a:srgbClr val="000000"/>
              </a:buClr>
              <a:buSzPts val="2800"/>
              <a:buFont typeface="Arial"/>
              <a:buNone/>
            </a:pPr>
            <a:r>
              <a:t/>
            </a:r>
            <a:endParaRPr b="1" sz="2800">
              <a:solidFill>
                <a:schemeClr val="lt1"/>
              </a:solidFill>
              <a:latin typeface="Chakra Petch"/>
              <a:ea typeface="Chakra Petch"/>
              <a:cs typeface="Chakra Petch"/>
              <a:sym typeface="Chakra Petch"/>
            </a:endParaRPr>
          </a:p>
          <a:p>
            <a:pPr indent="0" lvl="0" marL="0" marR="0" rtl="0" algn="ctr">
              <a:lnSpc>
                <a:spcPct val="100000"/>
              </a:lnSpc>
              <a:spcBef>
                <a:spcPts val="0"/>
              </a:spcBef>
              <a:spcAft>
                <a:spcPts val="0"/>
              </a:spcAft>
              <a:buClr>
                <a:srgbClr val="000000"/>
              </a:buClr>
              <a:buSzPts val="2800"/>
              <a:buFont typeface="Arial"/>
              <a:buNone/>
            </a:pPr>
            <a:r>
              <a:rPr b="1" lang="en" sz="2800">
                <a:solidFill>
                  <a:schemeClr val="lt1"/>
                </a:solidFill>
                <a:latin typeface="Chakra Petch"/>
                <a:ea typeface="Chakra Petch"/>
                <a:cs typeface="Chakra Petch"/>
                <a:sym typeface="Chakra Petch"/>
              </a:rPr>
              <a:t>It can be communication.</a:t>
            </a:r>
            <a:endParaRPr b="1" sz="2800">
              <a:solidFill>
                <a:schemeClr val="lt1"/>
              </a:solidFill>
              <a:latin typeface="Chakra Petch"/>
              <a:ea typeface="Chakra Petch"/>
              <a:cs typeface="Chakra Petch"/>
              <a:sym typeface="Chakra Petch"/>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